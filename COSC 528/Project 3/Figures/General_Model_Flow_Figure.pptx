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35" r:id="rId1"/>
    <p:sldMasterId id="2147483946" r:id="rId2"/>
  </p:sldMasterIdLst>
  <p:sldIdLst>
    <p:sldId id="256" r:id="rId3"/>
  </p:sldIdLst>
  <p:sldSz cx="12188825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173">
          <p15:clr>
            <a:srgbClr val="A4A3A4"/>
          </p15:clr>
        </p15:guide>
        <p15:guide id="2" pos="741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6588"/>
    <p:restoredTop sz="94627"/>
  </p:normalViewPr>
  <p:slideViewPr>
    <p:cSldViewPr snapToGrid="0" snapToObjects="1">
      <p:cViewPr varScale="1">
        <p:scale>
          <a:sx n="99" d="100"/>
          <a:sy n="99" d="100"/>
        </p:scale>
        <p:origin x="1312" y="176"/>
      </p:cViewPr>
      <p:guideLst>
        <p:guide orient="horz" pos="4173"/>
        <p:guide pos="74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2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-63496" y="27007"/>
            <a:ext cx="4322618" cy="4226359"/>
          </a:xfrm>
          <a:prstGeom prst="rect">
            <a:avLst/>
          </a:prstGeom>
        </p:spPr>
      </p:pic>
      <p:sp>
        <p:nvSpPr>
          <p:cNvPr id="33" name="Freeform 12"/>
          <p:cNvSpPr>
            <a:spLocks/>
          </p:cNvSpPr>
          <p:nvPr userDrawn="1"/>
        </p:nvSpPr>
        <p:spPr bwMode="auto">
          <a:xfrm>
            <a:off x="7845425" y="0"/>
            <a:ext cx="4343400" cy="6858000"/>
          </a:xfrm>
          <a:custGeom>
            <a:avLst/>
            <a:gdLst>
              <a:gd name="T0" fmla="*/ 150 w 1412"/>
              <a:gd name="T1" fmla="*/ 2166 h 2166"/>
              <a:gd name="T2" fmla="*/ 1412 w 1412"/>
              <a:gd name="T3" fmla="*/ 2166 h 2166"/>
              <a:gd name="T4" fmla="*/ 1412 w 1412"/>
              <a:gd name="T5" fmla="*/ 0 h 2166"/>
              <a:gd name="T6" fmla="*/ 0 w 1412"/>
              <a:gd name="T7" fmla="*/ 0 h 2166"/>
              <a:gd name="T8" fmla="*/ 150 w 1412"/>
              <a:gd name="T9" fmla="*/ 2166 h 2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12" h="2166">
                <a:moveTo>
                  <a:pt x="150" y="2166"/>
                </a:moveTo>
                <a:cubicBezTo>
                  <a:pt x="1412" y="2166"/>
                  <a:pt x="1412" y="2166"/>
                  <a:pt x="1412" y="2166"/>
                </a:cubicBezTo>
                <a:cubicBezTo>
                  <a:pt x="1412" y="0"/>
                  <a:pt x="1412" y="0"/>
                  <a:pt x="141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304" y="816"/>
                  <a:pt x="150" y="2166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2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13"/>
          <p:cNvSpPr>
            <a:spLocks/>
          </p:cNvSpPr>
          <p:nvPr userDrawn="1"/>
        </p:nvSpPr>
        <p:spPr bwMode="auto">
          <a:xfrm>
            <a:off x="7551511" y="0"/>
            <a:ext cx="1236663" cy="6858000"/>
          </a:xfrm>
          <a:custGeom>
            <a:avLst/>
            <a:gdLst>
              <a:gd name="T0" fmla="*/ 221 w 402"/>
              <a:gd name="T1" fmla="*/ 2166 h 2166"/>
              <a:gd name="T2" fmla="*/ 240 w 402"/>
              <a:gd name="T3" fmla="*/ 2166 h 2166"/>
              <a:gd name="T4" fmla="*/ 90 w 402"/>
              <a:gd name="T5" fmla="*/ 0 h 2166"/>
              <a:gd name="T6" fmla="*/ 0 w 402"/>
              <a:gd name="T7" fmla="*/ 0 h 2166"/>
              <a:gd name="T8" fmla="*/ 221 w 402"/>
              <a:gd name="T9" fmla="*/ 2166 h 2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2" h="2166">
                <a:moveTo>
                  <a:pt x="221" y="2166"/>
                </a:moveTo>
                <a:cubicBezTo>
                  <a:pt x="240" y="2166"/>
                  <a:pt x="240" y="2166"/>
                  <a:pt x="240" y="2166"/>
                </a:cubicBezTo>
                <a:cubicBezTo>
                  <a:pt x="240" y="2166"/>
                  <a:pt x="402" y="989"/>
                  <a:pt x="9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346" y="767"/>
                  <a:pt x="221" y="216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355073" y="6296108"/>
            <a:ext cx="2114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dirty="0">
                <a:solidFill>
                  <a:schemeClr val="tx2"/>
                </a:solidFill>
              </a:rPr>
              <a:t>ORNL is managed by UT-Battelle </a:t>
            </a:r>
            <a:br>
              <a:rPr lang="en-US" sz="1000" b="0" dirty="0">
                <a:solidFill>
                  <a:schemeClr val="tx2"/>
                </a:solidFill>
              </a:rPr>
            </a:br>
            <a:r>
              <a:rPr lang="en-US" sz="1000" b="0" dirty="0">
                <a:solidFill>
                  <a:schemeClr val="tx2"/>
                </a:solidFill>
              </a:rPr>
              <a:t>for the US Department of Energy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39005" y="320040"/>
            <a:ext cx="5545451" cy="929485"/>
          </a:xfrm>
        </p:spPr>
        <p:txBody>
          <a:bodyPr/>
          <a:lstStyle>
            <a:lvl1pPr algn="l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347472" y="2001549"/>
            <a:ext cx="5485292" cy="75713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9" name="Picture 4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9588" y="6313428"/>
            <a:ext cx="1329900" cy="3200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24160" y="6309360"/>
            <a:ext cx="1329900" cy="3200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5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043" r="6047" b="8563"/>
          <a:stretch/>
        </p:blipFill>
        <p:spPr>
          <a:xfrm>
            <a:off x="8356600" y="65"/>
            <a:ext cx="3832225" cy="6270643"/>
          </a:xfrm>
          <a:prstGeom prst="rect">
            <a:avLst/>
          </a:prstGeom>
        </p:spPr>
      </p:pic>
      <p:pic>
        <p:nvPicPr>
          <p:cNvPr id="25" name="Picture 2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21286" y="1266091"/>
            <a:ext cx="2152274" cy="2152275"/>
          </a:xfrm>
          <a:prstGeom prst="ellipse">
            <a:avLst/>
          </a:prstGeom>
          <a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6850"/>
            </a:stretch>
          </a:blipFill>
          <a:ln w="76200">
            <a:solidFill>
              <a:schemeClr val="accent2">
                <a:alpha val="6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  <a:extLst/>
        </p:spPr>
      </p:pic>
      <p:pic>
        <p:nvPicPr>
          <p:cNvPr id="26" name="Picture 25" descr="DifScat_better vibe.jpg.jpeg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07620" y="1856187"/>
            <a:ext cx="1868502" cy="1868502"/>
          </a:xfrm>
          <a:prstGeom prst="ellipse">
            <a:avLst/>
          </a:prstGeom>
          <a:solidFill>
            <a:schemeClr val="tx1"/>
          </a:solidFill>
          <a:ln w="76200">
            <a:solidFill>
              <a:schemeClr val="accent2">
                <a:alpha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2888" y="3169875"/>
            <a:ext cx="1665404" cy="1665404"/>
          </a:xfrm>
          <a:prstGeom prst="ellipse">
            <a:avLst/>
          </a:prstGeom>
          <a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76200">
            <a:solidFill>
              <a:schemeClr val="accent2">
                <a:alpha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63011" y="3294120"/>
            <a:ext cx="1425642" cy="13863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3119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88" y="320040"/>
            <a:ext cx="11422261" cy="4847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472" y="1508760"/>
            <a:ext cx="11369809" cy="404777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82725" indent="-222250"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220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254" y="320040"/>
            <a:ext cx="11501908" cy="48474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472" y="1444752"/>
            <a:ext cx="5588582" cy="82119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472" y="2270334"/>
            <a:ext cx="5588582" cy="337322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482725" indent="-222250">
              <a:buFont typeface="Arial" panose="020B0604020202020204" pitchFamily="34" charset="0"/>
              <a:buChar char="•"/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5" y="1444752"/>
            <a:ext cx="5531934" cy="82119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5" y="2270334"/>
            <a:ext cx="5531934" cy="337322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482725" indent="-2222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864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626" r="6047" b="8563"/>
          <a:stretch/>
        </p:blipFill>
        <p:spPr>
          <a:xfrm>
            <a:off x="8318500" y="65"/>
            <a:ext cx="3870325" cy="627064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-63496" y="27007"/>
            <a:ext cx="4322618" cy="42263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506" y="320040"/>
            <a:ext cx="3803952" cy="8771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Freeform 13"/>
          <p:cNvSpPr>
            <a:spLocks/>
          </p:cNvSpPr>
          <p:nvPr userDrawn="1"/>
        </p:nvSpPr>
        <p:spPr bwMode="auto">
          <a:xfrm>
            <a:off x="7551511" y="0"/>
            <a:ext cx="1236663" cy="6858000"/>
          </a:xfrm>
          <a:custGeom>
            <a:avLst/>
            <a:gdLst>
              <a:gd name="T0" fmla="*/ 221 w 402"/>
              <a:gd name="T1" fmla="*/ 2166 h 2166"/>
              <a:gd name="T2" fmla="*/ 240 w 402"/>
              <a:gd name="T3" fmla="*/ 2166 h 2166"/>
              <a:gd name="T4" fmla="*/ 90 w 402"/>
              <a:gd name="T5" fmla="*/ 0 h 2166"/>
              <a:gd name="T6" fmla="*/ 0 w 402"/>
              <a:gd name="T7" fmla="*/ 0 h 2166"/>
              <a:gd name="T8" fmla="*/ 221 w 402"/>
              <a:gd name="T9" fmla="*/ 2166 h 2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2" h="2166">
                <a:moveTo>
                  <a:pt x="221" y="2166"/>
                </a:moveTo>
                <a:cubicBezTo>
                  <a:pt x="240" y="2166"/>
                  <a:pt x="240" y="2166"/>
                  <a:pt x="240" y="2166"/>
                </a:cubicBezTo>
                <a:cubicBezTo>
                  <a:pt x="240" y="2166"/>
                  <a:pt x="402" y="989"/>
                  <a:pt x="9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346" y="767"/>
                  <a:pt x="221" y="216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dist="25400" algn="l" rotWithShape="0">
              <a:schemeClr val="tx2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9588" y="6313428"/>
            <a:ext cx="132990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109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504" y="320040"/>
            <a:ext cx="11501908" cy="4847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867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FD444-61F1-5F41-8CFD-6B1733201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B8A74-59E7-EB44-ADC2-12BD74F16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D5A49-8107-DB45-AE7B-7C08AAC72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DBAA-8732-6443-8B5F-9D09E10DBBEA}" type="datetimeFigureOut">
              <a:rPr lang="en-US" smtClean="0"/>
              <a:t>11/5/18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03D1D-13F0-7B41-9820-DA84E97B2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5586F-D190-B94B-AAF0-DABB99834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6FA8-C25D-1346-BF88-825833D9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3302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0A0C5-32E9-4946-ABE5-3E8BB71B1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A526E-CBC6-114E-B6C6-5B7F24D5B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793EF-68E5-6E4B-AC48-88A9BBF48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DBAA-8732-6443-8B5F-9D09E10DBBEA}" type="datetimeFigureOut">
              <a:rPr lang="en-US" smtClean="0"/>
              <a:t>11/5/18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5AB-C97C-614A-A29F-EEF843F7D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F24F5-B9D6-9446-A349-D68F0EE0F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6FA8-C25D-1346-BF88-825833D9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320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0A1CA-604A-1F46-A542-F2DD20DBC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7A725-B9EB-8A45-89ED-0FA9D7082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DD87E-DE21-F94D-8AD9-B50BEB7BF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DBAA-8732-6443-8B5F-9D09E10DBBEA}" type="datetimeFigureOut">
              <a:rPr lang="en-US" smtClean="0"/>
              <a:t>11/5/18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FA799-F2FC-D244-82DF-3A3D2AA5B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0D822-9661-6A4D-A86C-592FF7C4A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6FA8-C25D-1346-BF88-825833D9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61733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C27E0-565C-4946-B700-37075B1B7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8361B-0A40-484B-A7F1-0649EBCA86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839B1-3CAC-F64E-8CFB-FBCBB2D02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D3675-4EB3-3849-9F46-6B12E5B2D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DBAA-8732-6443-8B5F-9D09E10DBBEA}" type="datetimeFigureOut">
              <a:rPr lang="en-US" smtClean="0"/>
              <a:t>11/5/18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4BF33-6500-804B-A9D7-8DA82EDC8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A6E2C-1B8B-2142-B390-2DC703644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6FA8-C25D-1346-BF88-825833D9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43732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858E2-5AC0-AB43-89E5-4647AD440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AE05E-A58A-BE43-A718-6066B83DD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DA9094-3E30-EB40-A91F-68EC199CA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1ABB51-F691-E54E-A5A5-BED1A88EF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702F9D-1E04-4043-9482-644C43B7B9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81DC72-5F87-9D46-8481-5ED7F8BB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DBAA-8732-6443-8B5F-9D09E10DBBEA}" type="datetimeFigureOut">
              <a:rPr lang="en-US" smtClean="0"/>
              <a:t>11/5/18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1A0DE-BF7D-6B40-8542-3AA93D14B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31D313-003C-AC44-A4CD-ED3C67A56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6FA8-C25D-1346-BF88-825833D9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92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D1C77-EC78-D44C-9C96-CE5EB0138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EFA81-1E57-074D-B015-A0A0B640D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DBAA-8732-6443-8B5F-9D09E10DBBEA}" type="datetimeFigureOut">
              <a:rPr lang="en-US" smtClean="0"/>
              <a:t>11/5/18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CFAC40-57B0-1544-98C0-F280CC506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67D8B2-AFB5-FF49-93EF-A8ABA871B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6FA8-C25D-1346-BF88-825833D9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331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B8BC2-65E3-EB43-90E9-6B7906CE9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DBAA-8732-6443-8B5F-9D09E10DBBEA}" type="datetimeFigureOut">
              <a:rPr lang="en-US" smtClean="0"/>
              <a:t>11/5/18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78C446-5DEC-854A-8C9C-4ACA1C67B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615E8-DB37-7E43-B0CA-F9018595B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6FA8-C25D-1346-BF88-825833D9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908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0ADF6-5908-BC42-8F39-8579F47A8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64755-9D7C-9A4E-A522-BCEB753D9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6C59C-4954-9E4A-8E45-110B89BB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CF5E0-9EC8-D741-BDD6-8EC75934F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DBAA-8732-6443-8B5F-9D09E10DBBEA}" type="datetimeFigureOut">
              <a:rPr lang="en-US" smtClean="0"/>
              <a:t>11/5/18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DE9D4-7725-9E4F-B522-3F46AA494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19720-8287-704D-93CE-559939015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6FA8-C25D-1346-BF88-825833D9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58367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225B1-01CB-1142-8953-1DF31EA02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1CEFC1-5109-2845-A1F3-7F1166973B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3585F-07AF-104A-9046-48EEDD25A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9FD39-2B87-C840-8C10-49F5D1BCF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DBAA-8732-6443-8B5F-9D09E10DBBEA}" type="datetimeFigureOut">
              <a:rPr lang="en-US" smtClean="0"/>
              <a:t>11/5/18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E1BA3-727E-3345-BF00-B559DF3EA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10DFBC-5E8B-554D-9E70-7C8B3E7A3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6FA8-C25D-1346-BF88-825833D9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40539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52D6-DFE9-7241-9B96-AF18F5B50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B7F937-1EF0-3F45-88A5-B3289BD73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4C40E-42D3-2041-8E19-B93EE015F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DBAA-8732-6443-8B5F-9D09E10DBBEA}" type="datetimeFigureOut">
              <a:rPr lang="en-US" smtClean="0"/>
              <a:t>11/5/18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64EB9-91D5-2047-8121-F28385F14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72A1C-7F1E-C740-8B3C-89BB13B8C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6FA8-C25D-1346-BF88-825833D9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47721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E6E5F9-2DBB-204E-9067-F24C6C25D3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6F816-ADFD-E942-BAAE-21BF03FAF8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D5979-034A-F94F-A60D-02534516B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DBAA-8732-6443-8B5F-9D09E10DBBEA}" type="datetimeFigureOut">
              <a:rPr lang="en-US" smtClean="0"/>
              <a:t>11/5/18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97FA6-D96E-4340-AD41-B46CFC83D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D78D5-E714-EA48-A2FC-F413FF4F8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6FA8-C25D-1346-BF88-825833D9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65759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7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-63496" y="27007"/>
            <a:ext cx="4322618" cy="42263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3275" y="-807261"/>
            <a:ext cx="10220258" cy="7665194"/>
          </a:xfrm>
          <a:prstGeom prst="rect">
            <a:avLst/>
          </a:prstGeom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344121" y="320040"/>
            <a:ext cx="11375136" cy="510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47472" y="1508760"/>
            <a:ext cx="11520519" cy="404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 flipH="1">
            <a:off x="76587" y="6513051"/>
            <a:ext cx="280328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 algn="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256"/>
          <p:cNvSpPr txBox="1">
            <a:spLocks noChangeArrowheads="1"/>
          </p:cNvSpPr>
          <p:nvPr/>
        </p:nvSpPr>
        <p:spPr>
          <a:xfrm>
            <a:off x="366563" y="6477000"/>
            <a:ext cx="3859795" cy="182562"/>
          </a:xfrm>
          <a:prstGeom prst="rect">
            <a:avLst/>
          </a:prstGeom>
          <a:ln/>
        </p:spPr>
        <p:txBody>
          <a:bodyPr anchor="ctr"/>
          <a:lstStyle/>
          <a:p>
            <a:pPr algn="l"/>
            <a:r>
              <a:rPr lang="en-US" sz="1000" dirty="0">
                <a:solidFill>
                  <a:srgbClr val="BFBFBF"/>
                </a:solidFill>
                <a:latin typeface="Arial" pitchFamily="34" charset="0"/>
                <a:cs typeface="Arial" pitchFamily="34" charset="0"/>
              </a:rPr>
              <a:t>Presentation</a:t>
            </a:r>
            <a:r>
              <a:rPr lang="en-US" sz="1000" baseline="0" dirty="0">
                <a:solidFill>
                  <a:srgbClr val="BFBFBF"/>
                </a:solidFill>
                <a:latin typeface="Arial" pitchFamily="34" charset="0"/>
                <a:cs typeface="Arial" pitchFamily="34" charset="0"/>
              </a:rPr>
              <a:t> name</a:t>
            </a:r>
            <a:endParaRPr lang="en-US" sz="1000" dirty="0">
              <a:solidFill>
                <a:srgbClr val="BFBFBF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9588" y="6313428"/>
            <a:ext cx="132990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848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5" r:id="rId1"/>
    <p:sldLayoutId id="2147483937" r:id="rId2"/>
    <p:sldLayoutId id="2147483939" r:id="rId3"/>
    <p:sldLayoutId id="2147483940" r:id="rId4"/>
    <p:sldLayoutId id="2147483941" r:id="rId5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n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9pPr>
    </p:titleStyle>
    <p:bodyStyle>
      <a:lvl1pPr marL="230188" indent="-230188" algn="l" rtl="0" eaLnBrk="1" fontAlgn="base" hangingPunct="1">
        <a:lnSpc>
          <a:spcPct val="90000"/>
        </a:lnSpc>
        <a:spcBef>
          <a:spcPts val="1400"/>
        </a:spcBef>
        <a:spcAft>
          <a:spcPct val="0"/>
        </a:spcAft>
        <a:buClr>
          <a:schemeClr val="tx2"/>
        </a:buClr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25475" indent="-2794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3018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588" indent="-1730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82725" indent="-222250" algn="l" rtl="0" eaLnBrk="1" fontAlgn="base" hangingPunct="1">
        <a:lnSpc>
          <a:spcPct val="90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6FFCE1-A657-CB48-84B2-3ECF9EB69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ECD9F-B4D5-3840-9D0E-84AF95CA4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07C60-FCAE-FA4F-BE5E-7FFE1352B4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DDBAA-8732-6443-8B5F-9D09E10DBBEA}" type="datetimeFigureOut">
              <a:rPr lang="en-US" smtClean="0"/>
              <a:t>11/5/18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2EB52-8C96-804A-9544-C9B343C0B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DE1CF-65AE-304E-9E4B-F15BD0E86B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46FA8-C25D-1346-BF88-825833D9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03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  <p:sldLayoutId id="2147483954" r:id="rId8"/>
    <p:sldLayoutId id="2147483955" r:id="rId9"/>
    <p:sldLayoutId id="2147483956" r:id="rId10"/>
    <p:sldLayoutId id="2147483957" r:id="rId11"/>
  </p:sldLayoutIdLst>
  <p:hf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07A3B5-EA97-4241-86C9-214612A59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073450"/>
              </p:ext>
            </p:extLst>
          </p:nvPr>
        </p:nvGraphicFramePr>
        <p:xfrm>
          <a:off x="730703" y="900677"/>
          <a:ext cx="4523876" cy="2123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063">
                  <a:extLst>
                    <a:ext uri="{9D8B030D-6E8A-4147-A177-3AD203B41FA5}">
                      <a16:colId xmlns:a16="http://schemas.microsoft.com/office/drawing/2014/main" val="690684682"/>
                    </a:ext>
                  </a:extLst>
                </a:gridCol>
                <a:gridCol w="1171978">
                  <a:extLst>
                    <a:ext uri="{9D8B030D-6E8A-4147-A177-3AD203B41FA5}">
                      <a16:colId xmlns:a16="http://schemas.microsoft.com/office/drawing/2014/main" val="559520716"/>
                    </a:ext>
                  </a:extLst>
                </a:gridCol>
                <a:gridCol w="502276">
                  <a:extLst>
                    <a:ext uri="{9D8B030D-6E8A-4147-A177-3AD203B41FA5}">
                      <a16:colId xmlns:a16="http://schemas.microsoft.com/office/drawing/2014/main" val="201865139"/>
                    </a:ext>
                  </a:extLst>
                </a:gridCol>
                <a:gridCol w="1450152">
                  <a:extLst>
                    <a:ext uri="{9D8B030D-6E8A-4147-A177-3AD203B41FA5}">
                      <a16:colId xmlns:a16="http://schemas.microsoft.com/office/drawing/2014/main" val="3949367469"/>
                    </a:ext>
                  </a:extLst>
                </a:gridCol>
                <a:gridCol w="829407">
                  <a:extLst>
                    <a:ext uri="{9D8B030D-6E8A-4147-A177-3AD203B41FA5}">
                      <a16:colId xmlns:a16="http://schemas.microsoft.com/office/drawing/2014/main" val="27255898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Feature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Feature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Class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010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251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291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217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870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805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274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86860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293D03-1394-6645-B21D-69E916AC9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1784"/>
              </p:ext>
            </p:extLst>
          </p:nvPr>
        </p:nvGraphicFramePr>
        <p:xfrm>
          <a:off x="1014038" y="3731358"/>
          <a:ext cx="3957206" cy="2123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953">
                  <a:extLst>
                    <a:ext uri="{9D8B030D-6E8A-4147-A177-3AD203B41FA5}">
                      <a16:colId xmlns:a16="http://schemas.microsoft.com/office/drawing/2014/main" val="690684682"/>
                    </a:ext>
                  </a:extLst>
                </a:gridCol>
                <a:gridCol w="1133876">
                  <a:extLst>
                    <a:ext uri="{9D8B030D-6E8A-4147-A177-3AD203B41FA5}">
                      <a16:colId xmlns:a16="http://schemas.microsoft.com/office/drawing/2014/main" val="559520716"/>
                    </a:ext>
                  </a:extLst>
                </a:gridCol>
                <a:gridCol w="635350">
                  <a:extLst>
                    <a:ext uri="{9D8B030D-6E8A-4147-A177-3AD203B41FA5}">
                      <a16:colId xmlns:a16="http://schemas.microsoft.com/office/drawing/2014/main" val="201865139"/>
                    </a:ext>
                  </a:extLst>
                </a:gridCol>
                <a:gridCol w="1451027">
                  <a:extLst>
                    <a:ext uri="{9D8B030D-6E8A-4147-A177-3AD203B41FA5}">
                      <a16:colId xmlns:a16="http://schemas.microsoft.com/office/drawing/2014/main" val="39493674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Feature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Feature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010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288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217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298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354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870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805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8686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E6891B3-0B78-0943-9688-B3DCBFD43DD1}"/>
              </a:ext>
            </a:extLst>
          </p:cNvPr>
          <p:cNvSpPr txBox="1"/>
          <p:nvPr/>
        </p:nvSpPr>
        <p:spPr>
          <a:xfrm>
            <a:off x="6168981" y="267225"/>
            <a:ext cx="160813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Classification </a:t>
            </a:r>
          </a:p>
          <a:p>
            <a:pPr algn="ctr"/>
            <a:r>
              <a:rPr lang="en-US" dirty="0"/>
              <a:t>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22A78A-388E-904C-A1C7-7F83BD2762B1}"/>
              </a:ext>
            </a:extLst>
          </p:cNvPr>
          <p:cNvSpPr txBox="1"/>
          <p:nvPr/>
        </p:nvSpPr>
        <p:spPr>
          <a:xfrm>
            <a:off x="6566527" y="1639104"/>
            <a:ext cx="81304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Learn</a:t>
            </a:r>
          </a:p>
          <a:p>
            <a:pPr algn="ctr"/>
            <a:r>
              <a:rPr lang="en-US" dirty="0"/>
              <a:t>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36E2DE-7186-0A46-8466-9CE3D0A1A676}"/>
              </a:ext>
            </a:extLst>
          </p:cNvPr>
          <p:cNvSpPr txBox="1"/>
          <p:nvPr/>
        </p:nvSpPr>
        <p:spPr>
          <a:xfrm>
            <a:off x="6534464" y="3085027"/>
            <a:ext cx="87716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Create</a:t>
            </a:r>
          </a:p>
          <a:p>
            <a:pPr algn="ctr"/>
            <a:r>
              <a:rPr lang="en-US" dirty="0"/>
              <a:t>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990EBD-C362-9A45-A08B-ED584E382E6D}"/>
              </a:ext>
            </a:extLst>
          </p:cNvPr>
          <p:cNvSpPr txBox="1"/>
          <p:nvPr/>
        </p:nvSpPr>
        <p:spPr>
          <a:xfrm>
            <a:off x="6566523" y="4469785"/>
            <a:ext cx="81304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Apply</a:t>
            </a:r>
          </a:p>
          <a:p>
            <a:pPr algn="ctr"/>
            <a:r>
              <a:rPr lang="en-US" dirty="0"/>
              <a:t>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165343-759E-7848-8035-B7C8C4DE5282}"/>
              </a:ext>
            </a:extLst>
          </p:cNvPr>
          <p:cNvSpPr txBox="1"/>
          <p:nvPr/>
        </p:nvSpPr>
        <p:spPr>
          <a:xfrm>
            <a:off x="8227887" y="4331285"/>
            <a:ext cx="121058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Created</a:t>
            </a:r>
          </a:p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Prediction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A2C6A3C-FF62-BC44-AB4B-CEE137AAA04F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6973048" y="913556"/>
            <a:ext cx="1" cy="725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2B958E-757E-8F46-9293-27A9FCADFC2B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6973046" y="2285435"/>
            <a:ext cx="3" cy="799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1B494C2-FDD7-994B-B059-4D59F21C5C5C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6973045" y="3731358"/>
            <a:ext cx="1" cy="738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6350123-72AC-1E4C-8EC8-F0259D19F9B5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4971244" y="4792951"/>
            <a:ext cx="15952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4321DD7-1A1F-8448-BF19-0C664F0B5777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7379566" y="4792950"/>
            <a:ext cx="84832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1F2DBB2-2C17-8B41-8E8A-9EC8A89E4C90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5254579" y="1962270"/>
            <a:ext cx="1311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D66C976-08E9-D544-AD8C-D14235C33722}"/>
              </a:ext>
            </a:extLst>
          </p:cNvPr>
          <p:cNvSpPr txBox="1"/>
          <p:nvPr/>
        </p:nvSpPr>
        <p:spPr>
          <a:xfrm>
            <a:off x="1846429" y="3354409"/>
            <a:ext cx="229242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Test Dataset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C54408-A6C9-1B44-A508-D49028333C09}"/>
              </a:ext>
            </a:extLst>
          </p:cNvPr>
          <p:cNvSpPr txBox="1"/>
          <p:nvPr/>
        </p:nvSpPr>
        <p:spPr>
          <a:xfrm>
            <a:off x="1838285" y="523728"/>
            <a:ext cx="229242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Training Dataset</a:t>
            </a:r>
          </a:p>
        </p:txBody>
      </p:sp>
    </p:spTree>
    <p:extLst>
      <p:ext uri="{BB962C8B-B14F-4D97-AF65-F5344CB8AC3E}">
        <p14:creationId xmlns:p14="http://schemas.microsoft.com/office/powerpoint/2010/main" val="333678691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RNL corporate palette May 28 saturation adjust">
      <a:dk1>
        <a:sysClr val="windowText" lastClr="000000"/>
      </a:dk1>
      <a:lt1>
        <a:sysClr val="window" lastClr="FFFFFF"/>
      </a:lt1>
      <a:dk2>
        <a:srgbClr val="1E7640"/>
      </a:dk2>
      <a:lt2>
        <a:srgbClr val="FFFFFF"/>
      </a:lt2>
      <a:accent1>
        <a:srgbClr val="306DBE"/>
      </a:accent1>
      <a:accent2>
        <a:srgbClr val="84B641"/>
      </a:accent2>
      <a:accent3>
        <a:srgbClr val="DE762D"/>
      </a:accent3>
      <a:accent4>
        <a:srgbClr val="2ABDDA"/>
      </a:accent4>
      <a:accent5>
        <a:srgbClr val="A03123"/>
      </a:accent5>
      <a:accent6>
        <a:srgbClr val="FFCD00"/>
      </a:accent6>
      <a:hlink>
        <a:srgbClr val="0070B9"/>
      </a:hlink>
      <a:folHlink>
        <a:srgbClr val="1E764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accent1"/>
          </a:solidFill>
        </a:ln>
        <a:effectLst/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/>
      </a:spPr>
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0000"/>
          </a:lnSpc>
          <a:defRPr dirty="0" smtClean="0">
            <a:solidFill>
              <a:schemeClr val="tx1"/>
            </a:solidFill>
          </a:defRPr>
        </a:defPPr>
      </a:lstStyle>
      <a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ctr">
          <a:lnSpc>
            <a:spcPct val="90000"/>
          </a:lnSpc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RNL template 16x9" id="{C0EB04B0-D86C-9243-8720-2D2052F85E0F}" vid="{A3F60B28-C595-C340-94C0-76EB0CED3D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49</TotalTime>
  <Words>75</Words>
  <Application>Microsoft Macintosh PowerPoint</Application>
  <PresentationFormat>Custom</PresentationFormat>
  <Paragraphs>67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Default Theme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Stewart, Ian Robert</dc:creator>
  <cp:lastModifiedBy>Stewart, Ian Robert</cp:lastModifiedBy>
  <cp:revision>3</cp:revision>
  <dcterms:created xsi:type="dcterms:W3CDTF">2018-11-05T17:07:29Z</dcterms:created>
  <dcterms:modified xsi:type="dcterms:W3CDTF">2018-11-05T17:56:59Z</dcterms:modified>
</cp:coreProperties>
</file>