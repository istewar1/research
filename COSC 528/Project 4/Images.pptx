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35" r:id="rId1"/>
    <p:sldMasterId id="2147483946" r:id="rId2"/>
  </p:sldMasterIdLst>
  <p:sldIdLst>
    <p:sldId id="256" r:id="rId3"/>
  </p:sldIdLst>
  <p:sldSz cx="12188825" cy="6858000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4173">
          <p15:clr>
            <a:srgbClr val="A4A3A4"/>
          </p15:clr>
        </p15:guide>
        <p15:guide id="2" pos="741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8"/>
    <p:restoredTop sz="94627"/>
  </p:normalViewPr>
  <p:slideViewPr>
    <p:cSldViewPr snapToGrid="0" snapToObjects="1">
      <p:cViewPr varScale="1">
        <p:scale>
          <a:sx n="95" d="100"/>
          <a:sy n="95" d="100"/>
        </p:scale>
        <p:origin x="584" y="168"/>
      </p:cViewPr>
      <p:guideLst>
        <p:guide orient="horz" pos="4173"/>
        <p:guide pos="741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1.xml"/><Relationship Id="rId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/>
          <p:cNvPicPr>
            <a:picLocks noChangeAspect="1"/>
          </p:cNvPicPr>
          <p:nvPr userDrawn="1"/>
        </p:nvPicPr>
        <p:blipFill rotWithShape="1">
          <a:blip r:embed="rId2" cstate="print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 flipH="1">
            <a:off x="-63496" y="27007"/>
            <a:ext cx="4322618" cy="4226359"/>
          </a:xfrm>
          <a:prstGeom prst="rect">
            <a:avLst/>
          </a:prstGeom>
        </p:spPr>
      </p:pic>
      <p:sp>
        <p:nvSpPr>
          <p:cNvPr id="33" name="Freeform 12"/>
          <p:cNvSpPr>
            <a:spLocks/>
          </p:cNvSpPr>
          <p:nvPr userDrawn="1"/>
        </p:nvSpPr>
        <p:spPr bwMode="auto">
          <a:xfrm>
            <a:off x="7845425" y="0"/>
            <a:ext cx="4343400" cy="6858000"/>
          </a:xfrm>
          <a:custGeom>
            <a:avLst/>
            <a:gdLst>
              <a:gd name="T0" fmla="*/ 150 w 1412"/>
              <a:gd name="T1" fmla="*/ 2166 h 2166"/>
              <a:gd name="T2" fmla="*/ 1412 w 1412"/>
              <a:gd name="T3" fmla="*/ 2166 h 2166"/>
              <a:gd name="T4" fmla="*/ 1412 w 1412"/>
              <a:gd name="T5" fmla="*/ 0 h 2166"/>
              <a:gd name="T6" fmla="*/ 0 w 1412"/>
              <a:gd name="T7" fmla="*/ 0 h 2166"/>
              <a:gd name="T8" fmla="*/ 150 w 1412"/>
              <a:gd name="T9" fmla="*/ 2166 h 21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12" h="2166">
                <a:moveTo>
                  <a:pt x="150" y="2166"/>
                </a:moveTo>
                <a:cubicBezTo>
                  <a:pt x="1412" y="2166"/>
                  <a:pt x="1412" y="2166"/>
                  <a:pt x="1412" y="2166"/>
                </a:cubicBezTo>
                <a:cubicBezTo>
                  <a:pt x="1412" y="0"/>
                  <a:pt x="1412" y="0"/>
                  <a:pt x="141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304" y="816"/>
                  <a:pt x="150" y="2166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4" name="Freeform 13"/>
          <p:cNvSpPr>
            <a:spLocks/>
          </p:cNvSpPr>
          <p:nvPr userDrawn="1"/>
        </p:nvSpPr>
        <p:spPr bwMode="auto">
          <a:xfrm>
            <a:off x="7551511" y="0"/>
            <a:ext cx="1236663" cy="6858000"/>
          </a:xfrm>
          <a:custGeom>
            <a:avLst/>
            <a:gdLst>
              <a:gd name="T0" fmla="*/ 221 w 402"/>
              <a:gd name="T1" fmla="*/ 2166 h 2166"/>
              <a:gd name="T2" fmla="*/ 240 w 402"/>
              <a:gd name="T3" fmla="*/ 2166 h 2166"/>
              <a:gd name="T4" fmla="*/ 90 w 402"/>
              <a:gd name="T5" fmla="*/ 0 h 2166"/>
              <a:gd name="T6" fmla="*/ 0 w 402"/>
              <a:gd name="T7" fmla="*/ 0 h 2166"/>
              <a:gd name="T8" fmla="*/ 221 w 402"/>
              <a:gd name="T9" fmla="*/ 2166 h 21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02" h="2166">
                <a:moveTo>
                  <a:pt x="221" y="2166"/>
                </a:moveTo>
                <a:cubicBezTo>
                  <a:pt x="240" y="2166"/>
                  <a:pt x="240" y="2166"/>
                  <a:pt x="240" y="2166"/>
                </a:cubicBezTo>
                <a:cubicBezTo>
                  <a:pt x="240" y="2166"/>
                  <a:pt x="402" y="989"/>
                  <a:pt x="9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346" y="767"/>
                  <a:pt x="221" y="216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55073" y="6296108"/>
            <a:ext cx="21146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0" dirty="0">
                <a:solidFill>
                  <a:schemeClr val="tx2"/>
                </a:solidFill>
              </a:rPr>
              <a:t>ORNL is managed by UT-Battelle </a:t>
            </a:r>
            <a:br>
              <a:rPr lang="en-US" sz="1000" b="0" dirty="0">
                <a:solidFill>
                  <a:schemeClr val="tx2"/>
                </a:solidFill>
              </a:rPr>
            </a:br>
            <a:r>
              <a:rPr lang="en-US" sz="1000" b="0" dirty="0">
                <a:solidFill>
                  <a:schemeClr val="tx2"/>
                </a:solidFill>
              </a:rPr>
              <a:t>for the US Department of Energy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9005" y="320040"/>
            <a:ext cx="5545451" cy="929485"/>
          </a:xfrm>
        </p:spPr>
        <p:txBody>
          <a:bodyPr/>
          <a:lstStyle>
            <a:lvl1pPr algn="l">
              <a:defRPr sz="32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47472" y="2001549"/>
            <a:ext cx="5485292" cy="75713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49" name="Picture 4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19588" y="6313428"/>
            <a:ext cx="1329900" cy="32004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24160" y="6309360"/>
            <a:ext cx="1329900" cy="32004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5" cstate="print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2043" r="6047" b="8563"/>
          <a:stretch/>
        </p:blipFill>
        <p:spPr>
          <a:xfrm>
            <a:off x="8356600" y="65"/>
            <a:ext cx="3832225" cy="6270643"/>
          </a:xfrm>
          <a:prstGeom prst="rect">
            <a:avLst/>
          </a:prstGeom>
        </p:spPr>
      </p:pic>
      <p:pic>
        <p:nvPicPr>
          <p:cNvPr id="25" name="Picture 2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021286" y="1266091"/>
            <a:ext cx="2152274" cy="2152275"/>
          </a:xfrm>
          <a:prstGeom prst="ellipse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t="16850"/>
            </a:stretch>
          </a:blipFill>
          <a:ln w="76200">
            <a:solidFill>
              <a:schemeClr val="accent2">
                <a:alpha val="65000"/>
              </a:schemeClr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  <a:extLst/>
        </p:spPr>
      </p:pic>
      <p:pic>
        <p:nvPicPr>
          <p:cNvPr id="26" name="Picture 25" descr="DifScat_better vibe.jpg.jpeg"/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07620" y="1856187"/>
            <a:ext cx="1868502" cy="1868502"/>
          </a:xfrm>
          <a:prstGeom prst="ellipse">
            <a:avLst/>
          </a:prstGeom>
          <a:solidFill>
            <a:schemeClr val="tx1"/>
          </a:solidFill>
          <a:ln w="76200">
            <a:solidFill>
              <a:schemeClr val="accent2">
                <a:alpha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52888" y="3169875"/>
            <a:ext cx="1665404" cy="1665404"/>
          </a:xfrm>
          <a:prstGeom prst="ellipse">
            <a:avLst/>
          </a:prstGeom>
          <a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76200">
            <a:solidFill>
              <a:schemeClr val="accent2">
                <a:alpha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3011" y="3294120"/>
            <a:ext cx="1425642" cy="138631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43119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4288" y="320040"/>
            <a:ext cx="11422261" cy="4847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7472" y="1508760"/>
            <a:ext cx="11369809" cy="4047778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82725" indent="-222250"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220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254" y="320040"/>
            <a:ext cx="11501908" cy="48474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7472" y="1444752"/>
            <a:ext cx="5588582" cy="82119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472" y="2270334"/>
            <a:ext cx="5588582" cy="337322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 marL="1482725" indent="-222250">
              <a:buFont typeface="Arial" panose="020B0604020202020204" pitchFamily="34" charset="0"/>
              <a:buChar char="•"/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5" y="1444752"/>
            <a:ext cx="5531934" cy="82119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5" y="2270334"/>
            <a:ext cx="5531934" cy="337322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 marL="1482725" indent="-2222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4864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1626" r="6047" b="8563"/>
          <a:stretch/>
        </p:blipFill>
        <p:spPr>
          <a:xfrm>
            <a:off x="8318500" y="65"/>
            <a:ext cx="3870325" cy="6270643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 rotWithShape="1">
          <a:blip r:embed="rId3" cstate="print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 flipH="1">
            <a:off x="-63496" y="27007"/>
            <a:ext cx="4322618" cy="42263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506" y="320040"/>
            <a:ext cx="3803952" cy="8771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Freeform 13"/>
          <p:cNvSpPr>
            <a:spLocks/>
          </p:cNvSpPr>
          <p:nvPr userDrawn="1"/>
        </p:nvSpPr>
        <p:spPr bwMode="auto">
          <a:xfrm>
            <a:off x="7551511" y="0"/>
            <a:ext cx="1236663" cy="6858000"/>
          </a:xfrm>
          <a:custGeom>
            <a:avLst/>
            <a:gdLst>
              <a:gd name="T0" fmla="*/ 221 w 402"/>
              <a:gd name="T1" fmla="*/ 2166 h 2166"/>
              <a:gd name="T2" fmla="*/ 240 w 402"/>
              <a:gd name="T3" fmla="*/ 2166 h 2166"/>
              <a:gd name="T4" fmla="*/ 90 w 402"/>
              <a:gd name="T5" fmla="*/ 0 h 2166"/>
              <a:gd name="T6" fmla="*/ 0 w 402"/>
              <a:gd name="T7" fmla="*/ 0 h 2166"/>
              <a:gd name="T8" fmla="*/ 221 w 402"/>
              <a:gd name="T9" fmla="*/ 2166 h 21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02" h="2166">
                <a:moveTo>
                  <a:pt x="221" y="2166"/>
                </a:moveTo>
                <a:cubicBezTo>
                  <a:pt x="240" y="2166"/>
                  <a:pt x="240" y="2166"/>
                  <a:pt x="240" y="2166"/>
                </a:cubicBezTo>
                <a:cubicBezTo>
                  <a:pt x="240" y="2166"/>
                  <a:pt x="402" y="989"/>
                  <a:pt x="9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346" y="767"/>
                  <a:pt x="221" y="216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dist="25400" algn="l" rotWithShape="0">
              <a:schemeClr val="tx2"/>
            </a:outerShdw>
          </a:effec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19588" y="6313428"/>
            <a:ext cx="1329900" cy="32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109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504" y="320040"/>
            <a:ext cx="11501908" cy="4847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867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7BD74-E76C-9641-B2AD-2B67BF3B35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603" y="1122363"/>
            <a:ext cx="9141619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DBE3E5-8B4B-5548-B763-51C2E332F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603" y="3602038"/>
            <a:ext cx="9141619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E3281-6D3B-B845-88F7-432AB42C2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08DB7-61EE-F648-8FB7-10856BDDB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FCBE24-2061-B34A-B9E3-D5C6F5F35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545441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509AA-14EC-C144-9F52-81632676B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C5820-B5E2-8844-85DA-087701BD44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212A9-6820-E24B-8F7A-945A95851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9B55A-27F0-EE42-8D43-CF7A8BF06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75F533-D6FC-D641-AFBB-7FDF0646F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598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EC835-F754-A242-A2A2-1D9D20389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633" y="1709739"/>
            <a:ext cx="10512862" cy="2852737"/>
          </a:xfrm>
        </p:spPr>
        <p:txBody>
          <a:bodyPr anchor="b"/>
          <a:lstStyle>
            <a:lvl1pPr>
              <a:defRPr sz="59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CDD538-5663-214B-8B1C-D9DA79CF3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633" y="4589464"/>
            <a:ext cx="10512862" cy="1500187"/>
          </a:xfrm>
        </p:spPr>
        <p:txBody>
          <a:bodyPr/>
          <a:lstStyle>
            <a:lvl1pPr marL="0" indent="0">
              <a:buNone/>
              <a:defRPr sz="2399">
                <a:solidFill>
                  <a:schemeClr val="tx1">
                    <a:tint val="75000"/>
                  </a:schemeClr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8D37C-C226-ED4A-9C92-D5C2651D1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4DF248-2176-184C-83EB-9FFD89E38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52C04-42BD-FC49-A5F7-6563E3679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85756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5FEB9-CF7D-114C-8E3C-A843E6B19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69C5B-93FD-9E4F-AF72-43B32B27B5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7982" y="1825625"/>
            <a:ext cx="5180251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7AE85B-7447-2945-839A-35A493C83A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0592" y="1825625"/>
            <a:ext cx="5180251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030EC-AC65-8545-84C9-E274DE1C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92A705-101B-014D-ACAB-05D820EE5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1E1087-6085-0642-8DB6-6D4E6A601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26816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6F2F2-4FDB-4C41-8EEC-C7B6E7C0D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69" y="365126"/>
            <a:ext cx="10512862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F34A3-09EE-824A-A80C-DCCACAF005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570" y="1681163"/>
            <a:ext cx="5156444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02A7C8-651E-1342-99CC-72999F1B96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570" y="2505075"/>
            <a:ext cx="5156444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D8782B-0588-234B-9DC7-E1B524BEC7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593" y="1681163"/>
            <a:ext cx="5181838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740420-2FD0-FA4A-BEA9-EA645B45F7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593" y="2505075"/>
            <a:ext cx="518183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FB768-F636-944B-A9B6-3131D71B2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73CD08-6537-3B40-9E8F-EF36262F8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D67EDC-EBDA-5C41-901D-397C72A59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072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04794-87DA-E842-B848-539E6FE3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D01F14-4F0B-F344-88EF-AA09C9758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0AD53-5572-D442-A3A8-FA602E61F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7DDD7-7678-4848-ABEF-119F8E800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32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C0B5C6-E8E5-D349-98F4-53B32F8F3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8E5077-7CAA-244B-8317-4D50E6F22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A94F7-3F1D-2D41-9D70-C6FC745F5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90122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E89D-0090-3C46-BE99-218ED8FFB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70" y="457200"/>
            <a:ext cx="3931213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C3108-1C6A-A449-B42F-DE25D2956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838" y="987426"/>
            <a:ext cx="6170593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399"/>
            </a:lvl3pPr>
            <a:lvl4pPr>
              <a:defRPr sz="1999"/>
            </a:lvl4pPr>
            <a:lvl5pPr>
              <a:defRPr sz="19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63C56A-0F56-E843-B270-16EDF4EDE4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570" y="2057400"/>
            <a:ext cx="393121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29D88-9C1A-C64A-95EC-9F09642C3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519A-6F4D-094B-82A5-A8C94057B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9FA92-9BD9-374A-8A36-98641815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196559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FD2B0-7794-7A45-827A-0ACBD84E8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70" y="457200"/>
            <a:ext cx="3931213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97F073-9435-A14C-8707-00BE870798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838" y="987426"/>
            <a:ext cx="6170593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DCDAAA-B2C4-B640-B366-DCF26CBA8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570" y="2057400"/>
            <a:ext cx="393121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5E3587-ABF3-BF46-AD74-0C7BF426C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B090F0-FADB-E249-B202-C6005F90F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2ED07B-2BF3-FC4F-9AF2-CA87EDD06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61152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2296A-EDC0-5E40-AC3A-493E88B98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27BFF0-E2BD-FD4D-89BE-233F1A63A6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02615-7ACD-6D48-9FE8-7175264FC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B6C89-E241-5E41-B0BE-A9D72DD4E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ADD34-FD82-454A-8286-4FB6D8CFC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5380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A739EC-3C37-FE4C-B4EF-DDF5111101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2628" y="365125"/>
            <a:ext cx="262821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C2D0CB-7E2A-2D4D-990C-1BBF3E4CCC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7982" y="365125"/>
            <a:ext cx="7732286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1FF4D-6A4D-B441-8BCC-8F1585908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39C5F-C200-014E-BBCC-C97519777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931A1-80FE-9347-8AFA-C37316DC4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8806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 cstate="print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 flipH="1">
            <a:off x="-63496" y="27007"/>
            <a:ext cx="4322618" cy="422635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3275" y="-807261"/>
            <a:ext cx="10220258" cy="7665194"/>
          </a:xfrm>
          <a:prstGeom prst="rect">
            <a:avLst/>
          </a:prstGeom>
        </p:spPr>
      </p:pic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344121" y="320040"/>
            <a:ext cx="11375136" cy="5109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47472" y="1508760"/>
            <a:ext cx="11520519" cy="40409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 flipH="1">
            <a:off x="76587" y="6513051"/>
            <a:ext cx="280328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pPr algn="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4" name="Rectangle 256"/>
          <p:cNvSpPr txBox="1">
            <a:spLocks noChangeArrowheads="1"/>
          </p:cNvSpPr>
          <p:nvPr/>
        </p:nvSpPr>
        <p:spPr>
          <a:xfrm>
            <a:off x="366563" y="6477000"/>
            <a:ext cx="3859795" cy="182562"/>
          </a:xfrm>
          <a:prstGeom prst="rect">
            <a:avLst/>
          </a:prstGeom>
          <a:ln/>
        </p:spPr>
        <p:txBody>
          <a:bodyPr anchor="ctr"/>
          <a:lstStyle/>
          <a:p>
            <a:pPr algn="l"/>
            <a:r>
              <a:rPr lang="en-US" sz="1000" dirty="0">
                <a:solidFill>
                  <a:srgbClr val="BFBFBF"/>
                </a:solidFill>
                <a:latin typeface="Arial" pitchFamily="34" charset="0"/>
                <a:cs typeface="Arial" pitchFamily="34" charset="0"/>
              </a:rPr>
              <a:t>Presentation</a:t>
            </a:r>
            <a:r>
              <a:rPr lang="en-US" sz="1000" baseline="0" dirty="0">
                <a:solidFill>
                  <a:srgbClr val="BFBFBF"/>
                </a:solidFill>
                <a:latin typeface="Arial" pitchFamily="34" charset="0"/>
                <a:cs typeface="Arial" pitchFamily="34" charset="0"/>
              </a:rPr>
              <a:t> name</a:t>
            </a:r>
            <a:endParaRPr lang="en-US" sz="1000" dirty="0">
              <a:solidFill>
                <a:srgbClr val="BFBFBF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19588" y="6313428"/>
            <a:ext cx="1329900" cy="32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848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5" r:id="rId1"/>
    <p:sldLayoutId id="2147483937" r:id="rId2"/>
    <p:sldLayoutId id="2147483939" r:id="rId3"/>
    <p:sldLayoutId id="2147483940" r:id="rId4"/>
    <p:sldLayoutId id="2147483941" r:id="rId5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200" b="1" kern="1200">
          <a:solidFill>
            <a:schemeClr val="tx2"/>
          </a:solidFill>
          <a:latin typeface="+mn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000">
          <a:solidFill>
            <a:srgbClr val="006C3A"/>
          </a:solidFill>
          <a:latin typeface="Arial Black" pitchFamily="34" charset="0"/>
        </a:defRPr>
      </a:lvl9pPr>
    </p:titleStyle>
    <p:bodyStyle>
      <a:lvl1pPr marL="230188" indent="-230188" algn="l" rtl="0" eaLnBrk="1" fontAlgn="base" hangingPunct="1">
        <a:lnSpc>
          <a:spcPct val="90000"/>
        </a:lnSpc>
        <a:spcBef>
          <a:spcPts val="1400"/>
        </a:spcBef>
        <a:spcAft>
          <a:spcPct val="0"/>
        </a:spcAft>
        <a:buClr>
          <a:schemeClr val="tx2"/>
        </a:buClr>
        <a:buFont typeface="Arial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25475" indent="-2794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tx2"/>
        </a:buClr>
        <a:buFont typeface="Arial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30188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tx2"/>
        </a:buClr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588" indent="-173038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tx2"/>
        </a:buClr>
        <a:buFont typeface="Arial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482725" indent="-222250" algn="l" rtl="0" eaLnBrk="1" fontAlgn="base" hangingPunct="1">
        <a:lnSpc>
          <a:spcPct val="90000"/>
        </a:lnSpc>
        <a:spcBef>
          <a:spcPts val="600"/>
        </a:spcBef>
        <a:spcAft>
          <a:spcPct val="0"/>
        </a:spcAft>
        <a:buClr>
          <a:schemeClr val="tx2"/>
        </a:buClr>
        <a:buFont typeface="Arial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93E65D-743F-1B49-941A-B9FB88152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982" y="365126"/>
            <a:ext cx="105128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0983D-DF9B-184D-9525-1C63081BD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7982" y="1825625"/>
            <a:ext cx="10512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F9D65-7B5B-9144-962B-1854C54527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7982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681795-28A8-FE48-A6D3-13DFDB3D6C63}" type="datetimeFigureOut">
              <a:rPr lang="en-US" smtClean="0"/>
              <a:t>11/19/18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DE650-D5B7-5B44-BF80-C9AC05668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7549" y="6356351"/>
            <a:ext cx="4113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22136-5A50-CB45-A944-975D7F8DD1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08357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E78626-D953-274D-98B8-04919E51F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89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7" r:id="rId1"/>
    <p:sldLayoutId id="2147483948" r:id="rId2"/>
    <p:sldLayoutId id="2147483949" r:id="rId3"/>
    <p:sldLayoutId id="2147483950" r:id="rId4"/>
    <p:sldLayoutId id="2147483951" r:id="rId5"/>
    <p:sldLayoutId id="2147483952" r:id="rId6"/>
    <p:sldLayoutId id="2147483953" r:id="rId7"/>
    <p:sldLayoutId id="2147483954" r:id="rId8"/>
    <p:sldLayoutId id="2147483955" r:id="rId9"/>
    <p:sldLayoutId id="2147483956" r:id="rId10"/>
    <p:sldLayoutId id="2147483957" r:id="rId11"/>
  </p:sldLayoutIdLst>
  <p:hf hdr="0" ftr="0" dt="0"/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C3E6BCF4-D5FD-144A-90EA-DC84062E06A4}"/>
              </a:ext>
            </a:extLst>
          </p:cNvPr>
          <p:cNvSpPr/>
          <p:nvPr/>
        </p:nvSpPr>
        <p:spPr>
          <a:xfrm>
            <a:off x="2097741" y="1680882"/>
            <a:ext cx="578224" cy="578224"/>
          </a:xfrm>
          <a:prstGeom prst="ellips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371D73B-3A06-9F4D-AF87-F9AFD3BA8B23}"/>
              </a:ext>
            </a:extLst>
          </p:cNvPr>
          <p:cNvSpPr/>
          <p:nvPr/>
        </p:nvSpPr>
        <p:spPr>
          <a:xfrm>
            <a:off x="2097741" y="2613211"/>
            <a:ext cx="578224" cy="578224"/>
          </a:xfrm>
          <a:prstGeom prst="ellips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6B754A1-D191-E449-B386-8E9F88B05CED}"/>
              </a:ext>
            </a:extLst>
          </p:cNvPr>
          <p:cNvSpPr/>
          <p:nvPr/>
        </p:nvSpPr>
        <p:spPr>
          <a:xfrm>
            <a:off x="2097741" y="4280646"/>
            <a:ext cx="578224" cy="578224"/>
          </a:xfrm>
          <a:prstGeom prst="ellips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AC9B0C-639B-E845-B114-B45423D9DC2E}"/>
              </a:ext>
            </a:extLst>
          </p:cNvPr>
          <p:cNvSpPr/>
          <p:nvPr/>
        </p:nvSpPr>
        <p:spPr>
          <a:xfrm>
            <a:off x="4495799" y="887506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16566D9-100E-084B-B5F6-880F150A0582}"/>
              </a:ext>
            </a:extLst>
          </p:cNvPr>
          <p:cNvSpPr/>
          <p:nvPr/>
        </p:nvSpPr>
        <p:spPr>
          <a:xfrm>
            <a:off x="4495799" y="1840005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582406-CE22-954A-8568-C06F1E6D72C1}"/>
              </a:ext>
            </a:extLst>
          </p:cNvPr>
          <p:cNvSpPr/>
          <p:nvPr/>
        </p:nvSpPr>
        <p:spPr>
          <a:xfrm>
            <a:off x="4495799" y="2745439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8F8E4E4-E87C-FE43-AD2C-761C4C50B230}"/>
              </a:ext>
            </a:extLst>
          </p:cNvPr>
          <p:cNvSpPr/>
          <p:nvPr/>
        </p:nvSpPr>
        <p:spPr>
          <a:xfrm>
            <a:off x="4495799" y="4280646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E6AB204-F956-B247-894E-BC686CDD889D}"/>
              </a:ext>
            </a:extLst>
          </p:cNvPr>
          <p:cNvSpPr/>
          <p:nvPr/>
        </p:nvSpPr>
        <p:spPr>
          <a:xfrm>
            <a:off x="4495799" y="5186080"/>
            <a:ext cx="578224" cy="57822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F97CD4E-A96C-8D41-9BB2-20838887064D}"/>
              </a:ext>
            </a:extLst>
          </p:cNvPr>
          <p:cNvSpPr/>
          <p:nvPr/>
        </p:nvSpPr>
        <p:spPr>
          <a:xfrm>
            <a:off x="6792072" y="1680882"/>
            <a:ext cx="578224" cy="57822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19CE85C-B72A-4940-BA50-4C2D088A73A0}"/>
              </a:ext>
            </a:extLst>
          </p:cNvPr>
          <p:cNvSpPr/>
          <p:nvPr/>
        </p:nvSpPr>
        <p:spPr>
          <a:xfrm>
            <a:off x="6792072" y="2613211"/>
            <a:ext cx="578224" cy="57822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5BD776D-A1F6-1A4E-BC6A-052D0B19C7A2}"/>
              </a:ext>
            </a:extLst>
          </p:cNvPr>
          <p:cNvSpPr/>
          <p:nvPr/>
        </p:nvSpPr>
        <p:spPr>
          <a:xfrm>
            <a:off x="6792072" y="4280646"/>
            <a:ext cx="578224" cy="57822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EAA03C3-232E-F940-893B-221E90F0D5E7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 flipV="1">
            <a:off x="2675965" y="1176618"/>
            <a:ext cx="1819834" cy="7933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EDD3E6E-B9BA-8F40-8DC2-E96C882E0B54}"/>
              </a:ext>
            </a:extLst>
          </p:cNvPr>
          <p:cNvCxnSpPr>
            <a:cxnSpLocks/>
            <a:stCxn id="4" idx="6"/>
            <a:endCxn id="8" idx="1"/>
          </p:cNvCxnSpPr>
          <p:nvPr/>
        </p:nvCxnSpPr>
        <p:spPr>
          <a:xfrm flipV="1">
            <a:off x="2675965" y="1924684"/>
            <a:ext cx="1904513" cy="45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F21E7D-0C3C-F745-AFA0-8F20BE382DF0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>
            <a:off x="2675965" y="1969994"/>
            <a:ext cx="1904513" cy="8601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9573A76-3838-B74D-8B80-1624C9993558}"/>
              </a:ext>
            </a:extLst>
          </p:cNvPr>
          <p:cNvCxnSpPr>
            <a:cxnSpLocks/>
            <a:stCxn id="4" idx="6"/>
            <a:endCxn id="15" idx="0"/>
          </p:cNvCxnSpPr>
          <p:nvPr/>
        </p:nvCxnSpPr>
        <p:spPr>
          <a:xfrm>
            <a:off x="2675965" y="1969994"/>
            <a:ext cx="2108946" cy="2310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5AC77D4-075C-E547-A85B-E881CD2F88CB}"/>
              </a:ext>
            </a:extLst>
          </p:cNvPr>
          <p:cNvCxnSpPr>
            <a:cxnSpLocks/>
            <a:stCxn id="4" idx="6"/>
            <a:endCxn id="16" idx="0"/>
          </p:cNvCxnSpPr>
          <p:nvPr/>
        </p:nvCxnSpPr>
        <p:spPr>
          <a:xfrm>
            <a:off x="2675965" y="1969994"/>
            <a:ext cx="2108946" cy="3216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D55142E-D8EF-6E4F-A1F0-50D6C92BA45A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2675965" y="1381051"/>
            <a:ext cx="1904513" cy="15212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7B7DBF0-F491-9043-AAA2-6C2893285214}"/>
              </a:ext>
            </a:extLst>
          </p:cNvPr>
          <p:cNvCxnSpPr>
            <a:cxnSpLocks/>
            <a:stCxn id="5" idx="6"/>
            <a:endCxn id="16" idx="1"/>
          </p:cNvCxnSpPr>
          <p:nvPr/>
        </p:nvCxnSpPr>
        <p:spPr>
          <a:xfrm>
            <a:off x="2675965" y="2902323"/>
            <a:ext cx="1904513" cy="2368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FF95B58-46EF-3E47-AB23-F9A8384B0CD3}"/>
              </a:ext>
            </a:extLst>
          </p:cNvPr>
          <p:cNvCxnSpPr>
            <a:cxnSpLocks/>
            <a:stCxn id="5" idx="6"/>
            <a:endCxn id="15" idx="1"/>
          </p:cNvCxnSpPr>
          <p:nvPr/>
        </p:nvCxnSpPr>
        <p:spPr>
          <a:xfrm>
            <a:off x="2675965" y="2902323"/>
            <a:ext cx="1904513" cy="1463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8F24C2C-CBA2-E049-91A2-04F674C54660}"/>
              </a:ext>
            </a:extLst>
          </p:cNvPr>
          <p:cNvCxnSpPr>
            <a:cxnSpLocks/>
            <a:stCxn id="5" idx="6"/>
            <a:endCxn id="8" idx="2"/>
          </p:cNvCxnSpPr>
          <p:nvPr/>
        </p:nvCxnSpPr>
        <p:spPr>
          <a:xfrm flipV="1">
            <a:off x="2675965" y="2129117"/>
            <a:ext cx="1819834" cy="7732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F7583B8-9F2E-5F4C-ABF9-2E22C58EE3F4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2675965" y="2902323"/>
            <a:ext cx="1819834" cy="132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AD784E0-2BDA-FC4D-BF2A-7D418BBA3138}"/>
              </a:ext>
            </a:extLst>
          </p:cNvPr>
          <p:cNvCxnSpPr>
            <a:cxnSpLocks/>
            <a:stCxn id="6" idx="6"/>
            <a:endCxn id="7" idx="4"/>
          </p:cNvCxnSpPr>
          <p:nvPr/>
        </p:nvCxnSpPr>
        <p:spPr>
          <a:xfrm flipV="1">
            <a:off x="2675965" y="1465730"/>
            <a:ext cx="2108946" cy="3104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3723240-343A-2E49-A052-6485C2F26256}"/>
              </a:ext>
            </a:extLst>
          </p:cNvPr>
          <p:cNvCxnSpPr>
            <a:cxnSpLocks/>
            <a:stCxn id="6" idx="6"/>
            <a:endCxn id="16" idx="2"/>
          </p:cNvCxnSpPr>
          <p:nvPr/>
        </p:nvCxnSpPr>
        <p:spPr>
          <a:xfrm>
            <a:off x="2675965" y="4569758"/>
            <a:ext cx="1819834" cy="9054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D879E3F-E5CA-3940-868A-6220C46EACB7}"/>
              </a:ext>
            </a:extLst>
          </p:cNvPr>
          <p:cNvCxnSpPr>
            <a:cxnSpLocks/>
            <a:stCxn id="6" idx="6"/>
            <a:endCxn id="15" idx="2"/>
          </p:cNvCxnSpPr>
          <p:nvPr/>
        </p:nvCxnSpPr>
        <p:spPr>
          <a:xfrm>
            <a:off x="2675965" y="4569758"/>
            <a:ext cx="18198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534B11C-0376-CD47-9FB0-BE728AF7AC50}"/>
              </a:ext>
            </a:extLst>
          </p:cNvPr>
          <p:cNvCxnSpPr>
            <a:cxnSpLocks/>
            <a:stCxn id="6" idx="6"/>
            <a:endCxn id="9" idx="3"/>
          </p:cNvCxnSpPr>
          <p:nvPr/>
        </p:nvCxnSpPr>
        <p:spPr>
          <a:xfrm flipV="1">
            <a:off x="2675965" y="3238984"/>
            <a:ext cx="1904513" cy="13307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9F17F6-0463-4841-89C2-F8F3750C284E}"/>
              </a:ext>
            </a:extLst>
          </p:cNvPr>
          <p:cNvCxnSpPr>
            <a:cxnSpLocks/>
            <a:stCxn id="6" idx="6"/>
            <a:endCxn id="8" idx="3"/>
          </p:cNvCxnSpPr>
          <p:nvPr/>
        </p:nvCxnSpPr>
        <p:spPr>
          <a:xfrm flipV="1">
            <a:off x="2675965" y="2333550"/>
            <a:ext cx="1904513" cy="2236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D21056C0-7E4A-144E-9BF8-8EB9CBE8D473}"/>
              </a:ext>
            </a:extLst>
          </p:cNvPr>
          <p:cNvCxnSpPr>
            <a:cxnSpLocks/>
            <a:stCxn id="7" idx="6"/>
            <a:endCxn id="20" idx="1"/>
          </p:cNvCxnSpPr>
          <p:nvPr/>
        </p:nvCxnSpPr>
        <p:spPr>
          <a:xfrm>
            <a:off x="5074023" y="1176618"/>
            <a:ext cx="1802728" cy="588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ED678A8-888D-C840-B387-B3890C3E4B6B}"/>
              </a:ext>
            </a:extLst>
          </p:cNvPr>
          <p:cNvCxnSpPr>
            <a:cxnSpLocks/>
            <a:stCxn id="7" idx="6"/>
            <a:endCxn id="21" idx="1"/>
          </p:cNvCxnSpPr>
          <p:nvPr/>
        </p:nvCxnSpPr>
        <p:spPr>
          <a:xfrm>
            <a:off x="5074023" y="1176618"/>
            <a:ext cx="1802728" cy="15212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754A704B-A8A9-7249-9FE3-5A4790FD733C}"/>
              </a:ext>
            </a:extLst>
          </p:cNvPr>
          <p:cNvCxnSpPr>
            <a:cxnSpLocks/>
            <a:stCxn id="7" idx="6"/>
            <a:endCxn id="22" idx="0"/>
          </p:cNvCxnSpPr>
          <p:nvPr/>
        </p:nvCxnSpPr>
        <p:spPr>
          <a:xfrm>
            <a:off x="5074023" y="1176618"/>
            <a:ext cx="2007161" cy="31040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E1E4F49-D272-3A46-AE9C-DDD8BAA8D5AF}"/>
              </a:ext>
            </a:extLst>
          </p:cNvPr>
          <p:cNvCxnSpPr>
            <a:cxnSpLocks/>
            <a:stCxn id="8" idx="6"/>
            <a:endCxn id="20" idx="2"/>
          </p:cNvCxnSpPr>
          <p:nvPr/>
        </p:nvCxnSpPr>
        <p:spPr>
          <a:xfrm flipV="1">
            <a:off x="5074023" y="1969994"/>
            <a:ext cx="1718049" cy="159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7B4C55E-8ED0-CA43-B14A-119BA863B6C4}"/>
              </a:ext>
            </a:extLst>
          </p:cNvPr>
          <p:cNvCxnSpPr>
            <a:cxnSpLocks/>
            <a:stCxn id="8" idx="6"/>
            <a:endCxn id="21" idx="2"/>
          </p:cNvCxnSpPr>
          <p:nvPr/>
        </p:nvCxnSpPr>
        <p:spPr>
          <a:xfrm>
            <a:off x="5074023" y="2129117"/>
            <a:ext cx="1718049" cy="7732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C090CD9-A617-1043-83BB-2A41616CD511}"/>
              </a:ext>
            </a:extLst>
          </p:cNvPr>
          <p:cNvCxnSpPr>
            <a:cxnSpLocks/>
            <a:stCxn id="8" idx="6"/>
            <a:endCxn id="22" idx="1"/>
          </p:cNvCxnSpPr>
          <p:nvPr/>
        </p:nvCxnSpPr>
        <p:spPr>
          <a:xfrm>
            <a:off x="5074023" y="2129117"/>
            <a:ext cx="1802728" cy="223620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EB8ECA0F-5B88-F046-87A1-950895397134}"/>
              </a:ext>
            </a:extLst>
          </p:cNvPr>
          <p:cNvCxnSpPr>
            <a:cxnSpLocks/>
            <a:stCxn id="9" idx="6"/>
            <a:endCxn id="20" idx="3"/>
          </p:cNvCxnSpPr>
          <p:nvPr/>
        </p:nvCxnSpPr>
        <p:spPr>
          <a:xfrm flipV="1">
            <a:off x="5074023" y="2174427"/>
            <a:ext cx="1802728" cy="8601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7E149CBC-7990-3944-ABE5-11E5A46E35F0}"/>
              </a:ext>
            </a:extLst>
          </p:cNvPr>
          <p:cNvCxnSpPr>
            <a:cxnSpLocks/>
            <a:stCxn id="9" idx="6"/>
            <a:endCxn id="21" idx="2"/>
          </p:cNvCxnSpPr>
          <p:nvPr/>
        </p:nvCxnSpPr>
        <p:spPr>
          <a:xfrm flipV="1">
            <a:off x="5074023" y="2902323"/>
            <a:ext cx="1718049" cy="132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5DAFD80-D055-8047-AD28-93D98853172E}"/>
              </a:ext>
            </a:extLst>
          </p:cNvPr>
          <p:cNvCxnSpPr>
            <a:cxnSpLocks/>
            <a:stCxn id="9" idx="6"/>
            <a:endCxn id="22" idx="2"/>
          </p:cNvCxnSpPr>
          <p:nvPr/>
        </p:nvCxnSpPr>
        <p:spPr>
          <a:xfrm>
            <a:off x="5074023" y="3034551"/>
            <a:ext cx="1718049" cy="1535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A681C332-C79B-3547-BF29-3726193C90C5}"/>
              </a:ext>
            </a:extLst>
          </p:cNvPr>
          <p:cNvCxnSpPr>
            <a:cxnSpLocks/>
            <a:stCxn id="15" idx="6"/>
            <a:endCxn id="22" idx="2"/>
          </p:cNvCxnSpPr>
          <p:nvPr/>
        </p:nvCxnSpPr>
        <p:spPr>
          <a:xfrm>
            <a:off x="5074023" y="4569758"/>
            <a:ext cx="171804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9CB21603-9B00-6E49-9D33-01ED852E294A}"/>
              </a:ext>
            </a:extLst>
          </p:cNvPr>
          <p:cNvCxnSpPr>
            <a:cxnSpLocks/>
            <a:stCxn id="15" idx="6"/>
            <a:endCxn id="21" idx="3"/>
          </p:cNvCxnSpPr>
          <p:nvPr/>
        </p:nvCxnSpPr>
        <p:spPr>
          <a:xfrm flipV="1">
            <a:off x="5074023" y="3106756"/>
            <a:ext cx="1802728" cy="14630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53EB0BA-9844-4E43-956C-77E0918308D6}"/>
              </a:ext>
            </a:extLst>
          </p:cNvPr>
          <p:cNvCxnSpPr>
            <a:cxnSpLocks/>
            <a:stCxn id="15" idx="6"/>
            <a:endCxn id="20" idx="4"/>
          </p:cNvCxnSpPr>
          <p:nvPr/>
        </p:nvCxnSpPr>
        <p:spPr>
          <a:xfrm flipV="1">
            <a:off x="5074023" y="2259106"/>
            <a:ext cx="2007161" cy="23106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205400D-4860-D24E-9078-692404ABC5E8}"/>
              </a:ext>
            </a:extLst>
          </p:cNvPr>
          <p:cNvCxnSpPr>
            <a:cxnSpLocks/>
            <a:stCxn id="16" idx="6"/>
            <a:endCxn id="20" idx="3"/>
          </p:cNvCxnSpPr>
          <p:nvPr/>
        </p:nvCxnSpPr>
        <p:spPr>
          <a:xfrm flipV="1">
            <a:off x="5074023" y="2174427"/>
            <a:ext cx="1802728" cy="33007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B20074EC-C53E-D940-A18E-1B78F24A5C79}"/>
              </a:ext>
            </a:extLst>
          </p:cNvPr>
          <p:cNvCxnSpPr>
            <a:cxnSpLocks/>
            <a:stCxn id="16" idx="6"/>
            <a:endCxn id="22" idx="3"/>
          </p:cNvCxnSpPr>
          <p:nvPr/>
        </p:nvCxnSpPr>
        <p:spPr>
          <a:xfrm flipV="1">
            <a:off x="5074023" y="4774191"/>
            <a:ext cx="1802728" cy="7010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3330AABB-CB97-0B4C-BBF5-B3DBD1A42BE2}"/>
              </a:ext>
            </a:extLst>
          </p:cNvPr>
          <p:cNvCxnSpPr>
            <a:cxnSpLocks/>
            <a:stCxn id="16" idx="6"/>
            <a:endCxn id="21" idx="4"/>
          </p:cNvCxnSpPr>
          <p:nvPr/>
        </p:nvCxnSpPr>
        <p:spPr>
          <a:xfrm flipV="1">
            <a:off x="5074023" y="3191435"/>
            <a:ext cx="2007161" cy="22837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F98B4422-9A8E-5049-8F37-DC86A621CBD1}"/>
              </a:ext>
            </a:extLst>
          </p:cNvPr>
          <p:cNvSpPr txBox="1"/>
          <p:nvPr/>
        </p:nvSpPr>
        <p:spPr>
          <a:xfrm>
            <a:off x="4006493" y="413728"/>
            <a:ext cx="1556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Hidden Layer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4A4B3445-1CEF-D645-A9B0-ABA14D4E78D1}"/>
              </a:ext>
            </a:extLst>
          </p:cNvPr>
          <p:cNvSpPr txBox="1"/>
          <p:nvPr/>
        </p:nvSpPr>
        <p:spPr>
          <a:xfrm>
            <a:off x="1717440" y="39090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Input Layer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F00D9B-CB18-7C4F-AD3D-6D26126CB83F}"/>
              </a:ext>
            </a:extLst>
          </p:cNvPr>
          <p:cNvSpPr txBox="1"/>
          <p:nvPr/>
        </p:nvSpPr>
        <p:spPr>
          <a:xfrm>
            <a:off x="6322002" y="390901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Output Layer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C6DCB22-F580-9941-83D8-684DF9F44BCC}"/>
              </a:ext>
            </a:extLst>
          </p:cNvPr>
          <p:cNvSpPr txBox="1"/>
          <p:nvPr/>
        </p:nvSpPr>
        <p:spPr>
          <a:xfrm rot="5400000">
            <a:off x="4661840" y="3599119"/>
            <a:ext cx="41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…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1C92C9-6C54-934A-8536-EA73262D247F}"/>
              </a:ext>
            </a:extLst>
          </p:cNvPr>
          <p:cNvSpPr txBox="1"/>
          <p:nvPr/>
        </p:nvSpPr>
        <p:spPr>
          <a:xfrm rot="5400000">
            <a:off x="2257140" y="3600886"/>
            <a:ext cx="41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…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41FFCEA-6E0F-5C42-B613-602E615BA504}"/>
              </a:ext>
            </a:extLst>
          </p:cNvPr>
          <p:cNvSpPr txBox="1"/>
          <p:nvPr/>
        </p:nvSpPr>
        <p:spPr>
          <a:xfrm rot="5400000">
            <a:off x="6983009" y="3617488"/>
            <a:ext cx="41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938279322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RNL corporate palette May 28 saturation adjust">
      <a:dk1>
        <a:sysClr val="windowText" lastClr="000000"/>
      </a:dk1>
      <a:lt1>
        <a:sysClr val="window" lastClr="FFFFFF"/>
      </a:lt1>
      <a:dk2>
        <a:srgbClr val="1E7640"/>
      </a:dk2>
      <a:lt2>
        <a:srgbClr val="FFFFFF"/>
      </a:lt2>
      <a:accent1>
        <a:srgbClr val="306DBE"/>
      </a:accent1>
      <a:accent2>
        <a:srgbClr val="84B641"/>
      </a:accent2>
      <a:accent3>
        <a:srgbClr val="DE762D"/>
      </a:accent3>
      <a:accent4>
        <a:srgbClr val="2ABDDA"/>
      </a:accent4>
      <a:accent5>
        <a:srgbClr val="A03123"/>
      </a:accent5>
      <a:accent6>
        <a:srgbClr val="FFCD00"/>
      </a:accent6>
      <a:hlink>
        <a:srgbClr val="0070B9"/>
      </a:hlink>
      <a:folHlink>
        <a:srgbClr val="1E764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accent1"/>
          </a:solidFill>
        </a:ln>
        <a:effectLst/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/>
      </a:spPr>
      <a:bodyPr rot="0" spcFirstLastPara="0" vertOverflow="overflow" horzOverflow="overflow" vert="horz" wrap="square" lIns="45720" tIns="45720" rIns="4572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90000"/>
          </a:lnSpc>
          <a:defRPr dirty="0" smtClean="0">
            <a:solidFill>
              <a:schemeClr val="tx1"/>
            </a:solidFill>
          </a:defRPr>
        </a:defPPr>
      </a:lstStyle>
      <a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ctr">
          <a:lnSpc>
            <a:spcPct val="90000"/>
          </a:lnSpc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RNL template 16x9" id="{C0EB04B0-D86C-9243-8720-2D2052F85E0F}" vid="{A3F60B28-C595-C340-94C0-76EB0CED3D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9</TotalTime>
  <Words>9</Words>
  <Application>Microsoft Macintosh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Black</vt:lpstr>
      <vt:lpstr>Calibri</vt:lpstr>
      <vt:lpstr>Calibri Light</vt:lpstr>
      <vt:lpstr>Default Theme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Stewart, Ian Robert</dc:creator>
  <cp:lastModifiedBy>Stewart, Ian Robert</cp:lastModifiedBy>
  <cp:revision>1</cp:revision>
  <dcterms:created xsi:type="dcterms:W3CDTF">2018-11-19T17:55:31Z</dcterms:created>
  <dcterms:modified xsi:type="dcterms:W3CDTF">2018-11-19T18:04:42Z</dcterms:modified>
</cp:coreProperties>
</file>