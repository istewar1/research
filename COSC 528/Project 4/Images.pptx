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35" r:id="rId1"/>
    <p:sldMasterId id="2147483946" r:id="rId2"/>
  </p:sldMasterIdLst>
  <p:sldIdLst>
    <p:sldId id="256" r:id="rId3"/>
    <p:sldId id="257" r:id="rId4"/>
  </p:sldIdLst>
  <p:sldSz cx="12188825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173">
          <p15:clr>
            <a:srgbClr val="A4A3A4"/>
          </p15:clr>
        </p15:guide>
        <p15:guide id="2" pos="741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27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>
        <p:guide orient="horz" pos="4173"/>
        <p:guide pos="74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2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-63496" y="27007"/>
            <a:ext cx="4322618" cy="4226359"/>
          </a:xfrm>
          <a:prstGeom prst="rect">
            <a:avLst/>
          </a:prstGeom>
        </p:spPr>
      </p:pic>
      <p:sp>
        <p:nvSpPr>
          <p:cNvPr id="33" name="Freeform 12"/>
          <p:cNvSpPr>
            <a:spLocks/>
          </p:cNvSpPr>
          <p:nvPr userDrawn="1"/>
        </p:nvSpPr>
        <p:spPr bwMode="auto">
          <a:xfrm>
            <a:off x="7845425" y="0"/>
            <a:ext cx="4343400" cy="6858000"/>
          </a:xfrm>
          <a:custGeom>
            <a:avLst/>
            <a:gdLst>
              <a:gd name="T0" fmla="*/ 150 w 1412"/>
              <a:gd name="T1" fmla="*/ 2166 h 2166"/>
              <a:gd name="T2" fmla="*/ 1412 w 1412"/>
              <a:gd name="T3" fmla="*/ 2166 h 2166"/>
              <a:gd name="T4" fmla="*/ 1412 w 1412"/>
              <a:gd name="T5" fmla="*/ 0 h 2166"/>
              <a:gd name="T6" fmla="*/ 0 w 1412"/>
              <a:gd name="T7" fmla="*/ 0 h 2166"/>
              <a:gd name="T8" fmla="*/ 150 w 1412"/>
              <a:gd name="T9" fmla="*/ 2166 h 2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12" h="2166">
                <a:moveTo>
                  <a:pt x="150" y="2166"/>
                </a:moveTo>
                <a:cubicBezTo>
                  <a:pt x="1412" y="2166"/>
                  <a:pt x="1412" y="2166"/>
                  <a:pt x="1412" y="2166"/>
                </a:cubicBezTo>
                <a:cubicBezTo>
                  <a:pt x="1412" y="0"/>
                  <a:pt x="1412" y="0"/>
                  <a:pt x="141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304" y="816"/>
                  <a:pt x="150" y="2166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13"/>
          <p:cNvSpPr>
            <a:spLocks/>
          </p:cNvSpPr>
          <p:nvPr userDrawn="1"/>
        </p:nvSpPr>
        <p:spPr bwMode="auto">
          <a:xfrm>
            <a:off x="7551511" y="0"/>
            <a:ext cx="1236663" cy="6858000"/>
          </a:xfrm>
          <a:custGeom>
            <a:avLst/>
            <a:gdLst>
              <a:gd name="T0" fmla="*/ 221 w 402"/>
              <a:gd name="T1" fmla="*/ 2166 h 2166"/>
              <a:gd name="T2" fmla="*/ 240 w 402"/>
              <a:gd name="T3" fmla="*/ 2166 h 2166"/>
              <a:gd name="T4" fmla="*/ 90 w 402"/>
              <a:gd name="T5" fmla="*/ 0 h 2166"/>
              <a:gd name="T6" fmla="*/ 0 w 402"/>
              <a:gd name="T7" fmla="*/ 0 h 2166"/>
              <a:gd name="T8" fmla="*/ 221 w 402"/>
              <a:gd name="T9" fmla="*/ 2166 h 2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2" h="2166">
                <a:moveTo>
                  <a:pt x="221" y="2166"/>
                </a:moveTo>
                <a:cubicBezTo>
                  <a:pt x="240" y="2166"/>
                  <a:pt x="240" y="2166"/>
                  <a:pt x="240" y="2166"/>
                </a:cubicBezTo>
                <a:cubicBezTo>
                  <a:pt x="240" y="2166"/>
                  <a:pt x="402" y="989"/>
                  <a:pt x="9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346" y="767"/>
                  <a:pt x="221" y="216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355073" y="6296108"/>
            <a:ext cx="2114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dirty="0">
                <a:solidFill>
                  <a:schemeClr val="tx2"/>
                </a:solidFill>
              </a:rPr>
              <a:t>ORNL is managed by UT-Battelle </a:t>
            </a:r>
            <a:br>
              <a:rPr lang="en-US" sz="1000" b="0" dirty="0">
                <a:solidFill>
                  <a:schemeClr val="tx2"/>
                </a:solidFill>
              </a:rPr>
            </a:br>
            <a:r>
              <a:rPr lang="en-US" sz="1000" b="0" dirty="0">
                <a:solidFill>
                  <a:schemeClr val="tx2"/>
                </a:solidFill>
              </a:rPr>
              <a:t>for the US Department of Energy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39005" y="320040"/>
            <a:ext cx="5545451" cy="929485"/>
          </a:xfrm>
        </p:spPr>
        <p:txBody>
          <a:bodyPr/>
          <a:lstStyle>
            <a:lvl1pPr algn="l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47472" y="2001549"/>
            <a:ext cx="5485292" cy="75713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9" name="Picture 4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9588" y="6313428"/>
            <a:ext cx="1329900" cy="3200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24160" y="6309360"/>
            <a:ext cx="1329900" cy="3200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5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043" r="6047" b="8563"/>
          <a:stretch/>
        </p:blipFill>
        <p:spPr>
          <a:xfrm>
            <a:off x="8356600" y="65"/>
            <a:ext cx="3832225" cy="6270643"/>
          </a:xfrm>
          <a:prstGeom prst="rect">
            <a:avLst/>
          </a:prstGeom>
        </p:spPr>
      </p:pic>
      <p:pic>
        <p:nvPicPr>
          <p:cNvPr id="25" name="Picture 2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21286" y="1266091"/>
            <a:ext cx="2152274" cy="2152275"/>
          </a:xfrm>
          <a:prstGeom prst="ellipse">
            <a:avLst/>
          </a:prstGeom>
          <a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6850"/>
            </a:stretch>
          </a:blipFill>
          <a:ln w="76200">
            <a:solidFill>
              <a:schemeClr val="accent2">
                <a:alpha val="6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  <a:extLst/>
        </p:spPr>
      </p:pic>
      <p:pic>
        <p:nvPicPr>
          <p:cNvPr id="26" name="Picture 25" descr="DifScat_better vibe.jpg.jpeg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07620" y="1856187"/>
            <a:ext cx="1868502" cy="1868502"/>
          </a:xfrm>
          <a:prstGeom prst="ellipse">
            <a:avLst/>
          </a:prstGeom>
          <a:solidFill>
            <a:schemeClr val="tx1"/>
          </a:solidFill>
          <a:ln w="76200">
            <a:solidFill>
              <a:schemeClr val="accent2">
                <a:alpha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2888" y="3169875"/>
            <a:ext cx="1665404" cy="1665404"/>
          </a:xfrm>
          <a:prstGeom prst="ellipse">
            <a:avLst/>
          </a:prstGeom>
          <a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76200">
            <a:solidFill>
              <a:schemeClr val="accent2">
                <a:alpha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63011" y="3294120"/>
            <a:ext cx="1425642" cy="13863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3119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88" y="320040"/>
            <a:ext cx="11422261" cy="4847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472" y="1508760"/>
            <a:ext cx="11369809" cy="404777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82725" indent="-222250"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220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254" y="320040"/>
            <a:ext cx="11501908" cy="48474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472" y="1444752"/>
            <a:ext cx="5588582" cy="82119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472" y="2270334"/>
            <a:ext cx="5588582" cy="337322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482725" indent="-222250">
              <a:buFont typeface="Arial" panose="020B0604020202020204" pitchFamily="34" charset="0"/>
              <a:buChar char="•"/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5" y="1444752"/>
            <a:ext cx="5531934" cy="82119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5" y="2270334"/>
            <a:ext cx="5531934" cy="337322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482725" indent="-2222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864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626" r="6047" b="8563"/>
          <a:stretch/>
        </p:blipFill>
        <p:spPr>
          <a:xfrm>
            <a:off x="8318500" y="65"/>
            <a:ext cx="3870325" cy="627064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-63496" y="27007"/>
            <a:ext cx="4322618" cy="42263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506" y="320040"/>
            <a:ext cx="3803952" cy="8771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Freeform 13"/>
          <p:cNvSpPr>
            <a:spLocks/>
          </p:cNvSpPr>
          <p:nvPr userDrawn="1"/>
        </p:nvSpPr>
        <p:spPr bwMode="auto">
          <a:xfrm>
            <a:off x="7551511" y="0"/>
            <a:ext cx="1236663" cy="6858000"/>
          </a:xfrm>
          <a:custGeom>
            <a:avLst/>
            <a:gdLst>
              <a:gd name="T0" fmla="*/ 221 w 402"/>
              <a:gd name="T1" fmla="*/ 2166 h 2166"/>
              <a:gd name="T2" fmla="*/ 240 w 402"/>
              <a:gd name="T3" fmla="*/ 2166 h 2166"/>
              <a:gd name="T4" fmla="*/ 90 w 402"/>
              <a:gd name="T5" fmla="*/ 0 h 2166"/>
              <a:gd name="T6" fmla="*/ 0 w 402"/>
              <a:gd name="T7" fmla="*/ 0 h 2166"/>
              <a:gd name="T8" fmla="*/ 221 w 402"/>
              <a:gd name="T9" fmla="*/ 2166 h 2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2" h="2166">
                <a:moveTo>
                  <a:pt x="221" y="2166"/>
                </a:moveTo>
                <a:cubicBezTo>
                  <a:pt x="240" y="2166"/>
                  <a:pt x="240" y="2166"/>
                  <a:pt x="240" y="2166"/>
                </a:cubicBezTo>
                <a:cubicBezTo>
                  <a:pt x="240" y="2166"/>
                  <a:pt x="402" y="989"/>
                  <a:pt x="9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346" y="767"/>
                  <a:pt x="221" y="216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dist="25400" algn="l" rotWithShape="0">
              <a:schemeClr val="tx2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9588" y="6313428"/>
            <a:ext cx="132990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109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504" y="320040"/>
            <a:ext cx="11501908" cy="4847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867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7BD74-E76C-9641-B2AD-2B67BF3B3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DBE3E5-8B4B-5548-B763-51C2E332F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E3281-6D3B-B845-88F7-432AB42C2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1795-28A8-FE48-A6D3-13DFDB3D6C63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08DB7-61EE-F648-8FB7-10856BDDB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CBE24-2061-B34A-B9E3-D5C6F5F35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8626-D953-274D-98B8-04919E51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4544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509AA-14EC-C144-9F52-81632676B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C5820-B5E2-8844-85DA-087701BD4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212A9-6820-E24B-8F7A-945A95851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1795-28A8-FE48-A6D3-13DFDB3D6C63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9B55A-27F0-EE42-8D43-CF7A8BF0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5F533-D6FC-D641-AFBB-7FDF0646F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8626-D953-274D-98B8-04919E51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98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EC835-F754-A242-A2A2-1D9D20389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D538-5663-214B-8B1C-D9DA79CF3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8D37C-C226-ED4A-9C92-D5C2651D1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1795-28A8-FE48-A6D3-13DFDB3D6C63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DF248-2176-184C-83EB-9FFD89E38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52C04-42BD-FC49-A5F7-6563E3679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8626-D953-274D-98B8-04919E51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8575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5FEB9-CF7D-114C-8E3C-A843E6B19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69C5B-93FD-9E4F-AF72-43B32B27B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AE85B-7447-2945-839A-35A493C83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030EC-AC65-8545-84C9-E274DE1C8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1795-28A8-FE48-A6D3-13DFDB3D6C63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2A705-101B-014D-ACAB-05D820EE5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E1087-6085-0642-8DB6-6D4E6A601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8626-D953-274D-98B8-04919E51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26816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F2F2-4FDB-4C41-8EEC-C7B6E7C0D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F34A3-09EE-824A-A80C-DCCACAF00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2A7C8-651E-1342-99CC-72999F1B9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D8782B-0588-234B-9DC7-E1B524BEC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740420-2FD0-FA4A-BEA9-EA645B45F7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FB768-F636-944B-A9B6-3131D71B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1795-28A8-FE48-A6D3-13DFDB3D6C63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73CD08-6537-3B40-9E8F-EF36262F8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D67EDC-EBDA-5C41-901D-397C72A59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8626-D953-274D-98B8-04919E51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72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04794-87DA-E842-B848-539E6FE35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D01F14-4F0B-F344-88EF-AA09C975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1795-28A8-FE48-A6D3-13DFDB3D6C63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0AD53-5572-D442-A3A8-FA602E61F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7DDD7-7678-4848-ABEF-119F8E800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8626-D953-274D-98B8-04919E51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532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C0B5C6-E8E5-D349-98F4-53B32F8F3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1795-28A8-FE48-A6D3-13DFDB3D6C63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8E5077-7CAA-244B-8317-4D50E6F22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A94F7-3F1D-2D41-9D70-C6FC745F5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8626-D953-274D-98B8-04919E51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9012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7E89D-0090-3C46-BE99-218ED8FFB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C3108-1C6A-A449-B42F-DE25D2956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3C56A-0F56-E843-B270-16EDF4ED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29D88-9C1A-C64A-95EC-9F09642C3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1795-28A8-FE48-A6D3-13DFDB3D6C63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519A-6F4D-094B-82A5-A8C94057B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9FA92-9BD9-374A-8A36-986418157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8626-D953-274D-98B8-04919E51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9655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FD2B0-7794-7A45-827A-0ACBD84E8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97F073-9435-A14C-8707-00BE870798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CDAAA-B2C4-B640-B366-DCF26CBA8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E3587-ABF3-BF46-AD74-0C7BF426C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1795-28A8-FE48-A6D3-13DFDB3D6C63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090F0-FADB-E249-B202-C6005F90F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ED07B-2BF3-FC4F-9AF2-CA87EDD0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8626-D953-274D-98B8-04919E51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6115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296A-EDC0-5E40-AC3A-493E88B98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7BFF0-E2BD-FD4D-89BE-233F1A63A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02615-7ACD-6D48-9FE8-7175264FC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1795-28A8-FE48-A6D3-13DFDB3D6C63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B6C89-E241-5E41-B0BE-A9D72DD4E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ADD34-FD82-454A-8286-4FB6D8CFC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8626-D953-274D-98B8-04919E51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5380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A739EC-3C37-FE4C-B4EF-DDF5111101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C2D0CB-7E2A-2D4D-990C-1BBF3E4CC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1FF4D-6A4D-B441-8BCC-8F1585908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1795-28A8-FE48-A6D3-13DFDB3D6C63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39C5F-C200-014E-BBCC-C97519777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931A1-80FE-9347-8AFA-C37316DC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8626-D953-274D-98B8-04919E51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8806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7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-63496" y="27007"/>
            <a:ext cx="4322618" cy="42263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3275" y="-807261"/>
            <a:ext cx="10220258" cy="7665194"/>
          </a:xfrm>
          <a:prstGeom prst="rect">
            <a:avLst/>
          </a:prstGeom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344121" y="320040"/>
            <a:ext cx="11375136" cy="510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47472" y="1508760"/>
            <a:ext cx="11520519" cy="404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 flipH="1">
            <a:off x="76587" y="6513051"/>
            <a:ext cx="280328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 algn="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256"/>
          <p:cNvSpPr txBox="1">
            <a:spLocks noChangeArrowheads="1"/>
          </p:cNvSpPr>
          <p:nvPr/>
        </p:nvSpPr>
        <p:spPr>
          <a:xfrm>
            <a:off x="366563" y="6477000"/>
            <a:ext cx="3859795" cy="182562"/>
          </a:xfrm>
          <a:prstGeom prst="rect">
            <a:avLst/>
          </a:prstGeom>
          <a:ln/>
        </p:spPr>
        <p:txBody>
          <a:bodyPr anchor="ctr"/>
          <a:lstStyle/>
          <a:p>
            <a:pPr algn="l"/>
            <a:r>
              <a:rPr lang="en-US" sz="1000" dirty="0">
                <a:solidFill>
                  <a:srgbClr val="BFBFBF"/>
                </a:solidFill>
                <a:latin typeface="Arial" pitchFamily="34" charset="0"/>
                <a:cs typeface="Arial" pitchFamily="34" charset="0"/>
              </a:rPr>
              <a:t>Presentation</a:t>
            </a:r>
            <a:r>
              <a:rPr lang="en-US" sz="1000" baseline="0" dirty="0">
                <a:solidFill>
                  <a:srgbClr val="BFBFBF"/>
                </a:solidFill>
                <a:latin typeface="Arial" pitchFamily="34" charset="0"/>
                <a:cs typeface="Arial" pitchFamily="34" charset="0"/>
              </a:rPr>
              <a:t> name</a:t>
            </a:r>
            <a:endParaRPr lang="en-US" sz="1000" dirty="0">
              <a:solidFill>
                <a:srgbClr val="BFBFBF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9588" y="6313428"/>
            <a:ext cx="132990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848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5" r:id="rId1"/>
    <p:sldLayoutId id="2147483937" r:id="rId2"/>
    <p:sldLayoutId id="2147483939" r:id="rId3"/>
    <p:sldLayoutId id="2147483940" r:id="rId4"/>
    <p:sldLayoutId id="2147483941" r:id="rId5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n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9pPr>
    </p:titleStyle>
    <p:bodyStyle>
      <a:lvl1pPr marL="230188" indent="-230188" algn="l" rtl="0" eaLnBrk="1" fontAlgn="base" hangingPunct="1">
        <a:lnSpc>
          <a:spcPct val="90000"/>
        </a:lnSpc>
        <a:spcBef>
          <a:spcPts val="1400"/>
        </a:spcBef>
        <a:spcAft>
          <a:spcPct val="0"/>
        </a:spcAft>
        <a:buClr>
          <a:schemeClr val="tx2"/>
        </a:buClr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25475" indent="-2794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3018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588" indent="-1730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82725" indent="-222250" algn="l" rtl="0" eaLnBrk="1" fontAlgn="base" hangingPunct="1">
        <a:lnSpc>
          <a:spcPct val="90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93E65D-743F-1B49-941A-B9FB88152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0983D-DF9B-184D-9525-1C63081BD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F9D65-7B5B-9144-962B-1854C54527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1795-28A8-FE48-A6D3-13DFDB3D6C63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DE650-D5B7-5B44-BF80-C9AC05668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22136-5A50-CB45-A944-975D7F8DD1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78626-D953-274D-98B8-04919E51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89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</p:sldLayoutIdLst>
  <p:hf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3E6BCF4-D5FD-144A-90EA-DC84062E06A4}"/>
              </a:ext>
            </a:extLst>
          </p:cNvPr>
          <p:cNvSpPr/>
          <p:nvPr/>
        </p:nvSpPr>
        <p:spPr>
          <a:xfrm>
            <a:off x="2097741" y="1680882"/>
            <a:ext cx="578224" cy="578224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371D73B-3A06-9F4D-AF87-F9AFD3BA8B23}"/>
              </a:ext>
            </a:extLst>
          </p:cNvPr>
          <p:cNvSpPr/>
          <p:nvPr/>
        </p:nvSpPr>
        <p:spPr>
          <a:xfrm>
            <a:off x="2097741" y="2613211"/>
            <a:ext cx="578224" cy="578224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B754A1-D191-E449-B386-8E9F88B05CED}"/>
              </a:ext>
            </a:extLst>
          </p:cNvPr>
          <p:cNvSpPr/>
          <p:nvPr/>
        </p:nvSpPr>
        <p:spPr>
          <a:xfrm>
            <a:off x="2097741" y="4280646"/>
            <a:ext cx="578224" cy="578224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AC9B0C-639B-E845-B114-B45423D9DC2E}"/>
              </a:ext>
            </a:extLst>
          </p:cNvPr>
          <p:cNvSpPr/>
          <p:nvPr/>
        </p:nvSpPr>
        <p:spPr>
          <a:xfrm>
            <a:off x="4495799" y="887506"/>
            <a:ext cx="578224" cy="57822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16566D9-100E-084B-B5F6-880F150A0582}"/>
              </a:ext>
            </a:extLst>
          </p:cNvPr>
          <p:cNvSpPr/>
          <p:nvPr/>
        </p:nvSpPr>
        <p:spPr>
          <a:xfrm>
            <a:off x="4495799" y="1840005"/>
            <a:ext cx="578224" cy="57822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582406-CE22-954A-8568-C06F1E6D72C1}"/>
              </a:ext>
            </a:extLst>
          </p:cNvPr>
          <p:cNvSpPr/>
          <p:nvPr/>
        </p:nvSpPr>
        <p:spPr>
          <a:xfrm>
            <a:off x="4495799" y="2745439"/>
            <a:ext cx="578224" cy="57822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8F8E4E4-E87C-FE43-AD2C-761C4C50B230}"/>
              </a:ext>
            </a:extLst>
          </p:cNvPr>
          <p:cNvSpPr/>
          <p:nvPr/>
        </p:nvSpPr>
        <p:spPr>
          <a:xfrm>
            <a:off x="4495799" y="4280646"/>
            <a:ext cx="578224" cy="57822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E6AB204-F956-B247-894E-BC686CDD889D}"/>
              </a:ext>
            </a:extLst>
          </p:cNvPr>
          <p:cNvSpPr/>
          <p:nvPr/>
        </p:nvSpPr>
        <p:spPr>
          <a:xfrm>
            <a:off x="4495799" y="5186080"/>
            <a:ext cx="578224" cy="57822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97CD4E-A96C-8D41-9BB2-20838887064D}"/>
              </a:ext>
            </a:extLst>
          </p:cNvPr>
          <p:cNvSpPr/>
          <p:nvPr/>
        </p:nvSpPr>
        <p:spPr>
          <a:xfrm>
            <a:off x="6792072" y="1680882"/>
            <a:ext cx="578224" cy="578224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19CE85C-B72A-4940-BA50-4C2D088A73A0}"/>
              </a:ext>
            </a:extLst>
          </p:cNvPr>
          <p:cNvSpPr/>
          <p:nvPr/>
        </p:nvSpPr>
        <p:spPr>
          <a:xfrm>
            <a:off x="6792072" y="2613211"/>
            <a:ext cx="578224" cy="578224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5BD776D-A1F6-1A4E-BC6A-052D0B19C7A2}"/>
              </a:ext>
            </a:extLst>
          </p:cNvPr>
          <p:cNvSpPr/>
          <p:nvPr/>
        </p:nvSpPr>
        <p:spPr>
          <a:xfrm>
            <a:off x="6792072" y="4280646"/>
            <a:ext cx="578224" cy="578224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EAA03C3-232E-F940-893B-221E90F0D5E7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 flipV="1">
            <a:off x="2675965" y="1176618"/>
            <a:ext cx="1819834" cy="793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EDD3E6E-B9BA-8F40-8DC2-E96C882E0B54}"/>
              </a:ext>
            </a:extLst>
          </p:cNvPr>
          <p:cNvCxnSpPr>
            <a:cxnSpLocks/>
            <a:stCxn id="4" idx="6"/>
            <a:endCxn id="8" idx="1"/>
          </p:cNvCxnSpPr>
          <p:nvPr/>
        </p:nvCxnSpPr>
        <p:spPr>
          <a:xfrm flipV="1">
            <a:off x="2675965" y="1924684"/>
            <a:ext cx="1904513" cy="45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F21E7D-0C3C-F745-AFA0-8F20BE382DF0}"/>
              </a:ext>
            </a:extLst>
          </p:cNvPr>
          <p:cNvCxnSpPr>
            <a:cxnSpLocks/>
            <a:stCxn id="4" idx="6"/>
            <a:endCxn id="9" idx="1"/>
          </p:cNvCxnSpPr>
          <p:nvPr/>
        </p:nvCxnSpPr>
        <p:spPr>
          <a:xfrm>
            <a:off x="2675965" y="1969994"/>
            <a:ext cx="1904513" cy="860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9573A76-3838-B74D-8B80-1624C9993558}"/>
              </a:ext>
            </a:extLst>
          </p:cNvPr>
          <p:cNvCxnSpPr>
            <a:cxnSpLocks/>
            <a:stCxn id="4" idx="6"/>
            <a:endCxn id="15" idx="0"/>
          </p:cNvCxnSpPr>
          <p:nvPr/>
        </p:nvCxnSpPr>
        <p:spPr>
          <a:xfrm>
            <a:off x="2675965" y="1969994"/>
            <a:ext cx="2108946" cy="2310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5AC77D4-075C-E547-A85B-E881CD2F88CB}"/>
              </a:ext>
            </a:extLst>
          </p:cNvPr>
          <p:cNvCxnSpPr>
            <a:cxnSpLocks/>
            <a:stCxn id="4" idx="6"/>
            <a:endCxn id="16" idx="0"/>
          </p:cNvCxnSpPr>
          <p:nvPr/>
        </p:nvCxnSpPr>
        <p:spPr>
          <a:xfrm>
            <a:off x="2675965" y="1969994"/>
            <a:ext cx="2108946" cy="3216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D55142E-D8EF-6E4F-A1F0-50D6C92BA45A}"/>
              </a:ext>
            </a:extLst>
          </p:cNvPr>
          <p:cNvCxnSpPr>
            <a:cxnSpLocks/>
            <a:stCxn id="5" idx="6"/>
            <a:endCxn id="7" idx="3"/>
          </p:cNvCxnSpPr>
          <p:nvPr/>
        </p:nvCxnSpPr>
        <p:spPr>
          <a:xfrm flipV="1">
            <a:off x="2675965" y="1381051"/>
            <a:ext cx="1904513" cy="1521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7B7DBF0-F491-9043-AAA2-6C2893285214}"/>
              </a:ext>
            </a:extLst>
          </p:cNvPr>
          <p:cNvCxnSpPr>
            <a:cxnSpLocks/>
            <a:stCxn id="5" idx="6"/>
            <a:endCxn id="16" idx="1"/>
          </p:cNvCxnSpPr>
          <p:nvPr/>
        </p:nvCxnSpPr>
        <p:spPr>
          <a:xfrm>
            <a:off x="2675965" y="2902323"/>
            <a:ext cx="1904513" cy="2368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FF95B58-46EF-3E47-AB23-F9A8384B0CD3}"/>
              </a:ext>
            </a:extLst>
          </p:cNvPr>
          <p:cNvCxnSpPr>
            <a:cxnSpLocks/>
            <a:stCxn id="5" idx="6"/>
            <a:endCxn id="15" idx="1"/>
          </p:cNvCxnSpPr>
          <p:nvPr/>
        </p:nvCxnSpPr>
        <p:spPr>
          <a:xfrm>
            <a:off x="2675965" y="2902323"/>
            <a:ext cx="1904513" cy="1463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8F24C2C-CBA2-E049-91A2-04F674C54660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 flipV="1">
            <a:off x="2675965" y="2129117"/>
            <a:ext cx="1819834" cy="773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F7583B8-9F2E-5F4C-ABF9-2E22C58EE3F4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675965" y="2902323"/>
            <a:ext cx="1819834" cy="1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AD784E0-2BDA-FC4D-BF2A-7D418BBA3138}"/>
              </a:ext>
            </a:extLst>
          </p:cNvPr>
          <p:cNvCxnSpPr>
            <a:cxnSpLocks/>
            <a:stCxn id="6" idx="6"/>
            <a:endCxn id="7" idx="4"/>
          </p:cNvCxnSpPr>
          <p:nvPr/>
        </p:nvCxnSpPr>
        <p:spPr>
          <a:xfrm flipV="1">
            <a:off x="2675965" y="1465730"/>
            <a:ext cx="2108946" cy="3104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3723240-343A-2E49-A052-6485C2F26256}"/>
              </a:ext>
            </a:extLst>
          </p:cNvPr>
          <p:cNvCxnSpPr>
            <a:cxnSpLocks/>
            <a:stCxn id="6" idx="6"/>
            <a:endCxn id="16" idx="2"/>
          </p:cNvCxnSpPr>
          <p:nvPr/>
        </p:nvCxnSpPr>
        <p:spPr>
          <a:xfrm>
            <a:off x="2675965" y="4569758"/>
            <a:ext cx="1819834" cy="905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D879E3F-E5CA-3940-868A-6220C46EACB7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2675965" y="4569758"/>
            <a:ext cx="18198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534B11C-0376-CD47-9FB0-BE728AF7AC50}"/>
              </a:ext>
            </a:extLst>
          </p:cNvPr>
          <p:cNvCxnSpPr>
            <a:cxnSpLocks/>
            <a:stCxn id="6" idx="6"/>
            <a:endCxn id="9" idx="3"/>
          </p:cNvCxnSpPr>
          <p:nvPr/>
        </p:nvCxnSpPr>
        <p:spPr>
          <a:xfrm flipV="1">
            <a:off x="2675965" y="3238984"/>
            <a:ext cx="1904513" cy="1330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19F17F6-0463-4841-89C2-F8F3750C284E}"/>
              </a:ext>
            </a:extLst>
          </p:cNvPr>
          <p:cNvCxnSpPr>
            <a:cxnSpLocks/>
            <a:stCxn id="6" idx="6"/>
            <a:endCxn id="8" idx="3"/>
          </p:cNvCxnSpPr>
          <p:nvPr/>
        </p:nvCxnSpPr>
        <p:spPr>
          <a:xfrm flipV="1">
            <a:off x="2675965" y="2333550"/>
            <a:ext cx="1904513" cy="2236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21056C0-7E4A-144E-9BF8-8EB9CBE8D473}"/>
              </a:ext>
            </a:extLst>
          </p:cNvPr>
          <p:cNvCxnSpPr>
            <a:cxnSpLocks/>
            <a:stCxn id="7" idx="6"/>
            <a:endCxn id="20" idx="1"/>
          </p:cNvCxnSpPr>
          <p:nvPr/>
        </p:nvCxnSpPr>
        <p:spPr>
          <a:xfrm>
            <a:off x="5074023" y="1176618"/>
            <a:ext cx="1802728" cy="5889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ED678A8-888D-C840-B387-B3890C3E4B6B}"/>
              </a:ext>
            </a:extLst>
          </p:cNvPr>
          <p:cNvCxnSpPr>
            <a:cxnSpLocks/>
            <a:stCxn id="7" idx="6"/>
            <a:endCxn id="21" idx="1"/>
          </p:cNvCxnSpPr>
          <p:nvPr/>
        </p:nvCxnSpPr>
        <p:spPr>
          <a:xfrm>
            <a:off x="5074023" y="1176618"/>
            <a:ext cx="1802728" cy="15212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54A704B-A8A9-7249-9FE3-5A4790FD733C}"/>
              </a:ext>
            </a:extLst>
          </p:cNvPr>
          <p:cNvCxnSpPr>
            <a:cxnSpLocks/>
            <a:stCxn id="7" idx="6"/>
            <a:endCxn id="22" idx="0"/>
          </p:cNvCxnSpPr>
          <p:nvPr/>
        </p:nvCxnSpPr>
        <p:spPr>
          <a:xfrm>
            <a:off x="5074023" y="1176618"/>
            <a:ext cx="2007161" cy="31040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DE1E4F49-D272-3A46-AE9C-DDD8BAA8D5AF}"/>
              </a:ext>
            </a:extLst>
          </p:cNvPr>
          <p:cNvCxnSpPr>
            <a:cxnSpLocks/>
            <a:stCxn id="8" idx="6"/>
            <a:endCxn id="20" idx="2"/>
          </p:cNvCxnSpPr>
          <p:nvPr/>
        </p:nvCxnSpPr>
        <p:spPr>
          <a:xfrm flipV="1">
            <a:off x="5074023" y="1969994"/>
            <a:ext cx="1718049" cy="1591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7B4C55E-8ED0-CA43-B14A-119BA863B6C4}"/>
              </a:ext>
            </a:extLst>
          </p:cNvPr>
          <p:cNvCxnSpPr>
            <a:cxnSpLocks/>
            <a:stCxn id="8" idx="6"/>
            <a:endCxn id="21" idx="2"/>
          </p:cNvCxnSpPr>
          <p:nvPr/>
        </p:nvCxnSpPr>
        <p:spPr>
          <a:xfrm>
            <a:off x="5074023" y="2129117"/>
            <a:ext cx="1718049" cy="7732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C090CD9-A617-1043-83BB-2A41616CD511}"/>
              </a:ext>
            </a:extLst>
          </p:cNvPr>
          <p:cNvCxnSpPr>
            <a:cxnSpLocks/>
            <a:stCxn id="8" idx="6"/>
            <a:endCxn id="22" idx="1"/>
          </p:cNvCxnSpPr>
          <p:nvPr/>
        </p:nvCxnSpPr>
        <p:spPr>
          <a:xfrm>
            <a:off x="5074023" y="2129117"/>
            <a:ext cx="1802728" cy="22362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B8ECA0F-5B88-F046-87A1-950895397134}"/>
              </a:ext>
            </a:extLst>
          </p:cNvPr>
          <p:cNvCxnSpPr>
            <a:cxnSpLocks/>
            <a:stCxn id="9" idx="6"/>
            <a:endCxn id="20" idx="3"/>
          </p:cNvCxnSpPr>
          <p:nvPr/>
        </p:nvCxnSpPr>
        <p:spPr>
          <a:xfrm flipV="1">
            <a:off x="5074023" y="2174427"/>
            <a:ext cx="1802728" cy="8601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E149CBC-7990-3944-ABE5-11E5A46E35F0}"/>
              </a:ext>
            </a:extLst>
          </p:cNvPr>
          <p:cNvCxnSpPr>
            <a:cxnSpLocks/>
            <a:stCxn id="9" idx="6"/>
            <a:endCxn id="21" idx="2"/>
          </p:cNvCxnSpPr>
          <p:nvPr/>
        </p:nvCxnSpPr>
        <p:spPr>
          <a:xfrm flipV="1">
            <a:off x="5074023" y="2902323"/>
            <a:ext cx="1718049" cy="132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5DAFD80-D055-8047-AD28-93D98853172E}"/>
              </a:ext>
            </a:extLst>
          </p:cNvPr>
          <p:cNvCxnSpPr>
            <a:cxnSpLocks/>
            <a:stCxn id="9" idx="6"/>
            <a:endCxn id="22" idx="2"/>
          </p:cNvCxnSpPr>
          <p:nvPr/>
        </p:nvCxnSpPr>
        <p:spPr>
          <a:xfrm>
            <a:off x="5074023" y="3034551"/>
            <a:ext cx="1718049" cy="15352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A681C332-C79B-3547-BF29-3726193C90C5}"/>
              </a:ext>
            </a:extLst>
          </p:cNvPr>
          <p:cNvCxnSpPr>
            <a:cxnSpLocks/>
            <a:stCxn id="15" idx="6"/>
            <a:endCxn id="22" idx="2"/>
          </p:cNvCxnSpPr>
          <p:nvPr/>
        </p:nvCxnSpPr>
        <p:spPr>
          <a:xfrm>
            <a:off x="5074023" y="4569758"/>
            <a:ext cx="171804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CB21603-9B00-6E49-9D33-01ED852E294A}"/>
              </a:ext>
            </a:extLst>
          </p:cNvPr>
          <p:cNvCxnSpPr>
            <a:cxnSpLocks/>
            <a:stCxn id="15" idx="6"/>
            <a:endCxn id="21" idx="3"/>
          </p:cNvCxnSpPr>
          <p:nvPr/>
        </p:nvCxnSpPr>
        <p:spPr>
          <a:xfrm flipV="1">
            <a:off x="5074023" y="3106756"/>
            <a:ext cx="1802728" cy="14630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F53EB0BA-9844-4E43-956C-77E0918308D6}"/>
              </a:ext>
            </a:extLst>
          </p:cNvPr>
          <p:cNvCxnSpPr>
            <a:cxnSpLocks/>
            <a:stCxn id="15" idx="6"/>
            <a:endCxn id="20" idx="4"/>
          </p:cNvCxnSpPr>
          <p:nvPr/>
        </p:nvCxnSpPr>
        <p:spPr>
          <a:xfrm flipV="1">
            <a:off x="5074023" y="2259106"/>
            <a:ext cx="2007161" cy="23106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205400D-4860-D24E-9078-692404ABC5E8}"/>
              </a:ext>
            </a:extLst>
          </p:cNvPr>
          <p:cNvCxnSpPr>
            <a:cxnSpLocks/>
            <a:stCxn id="16" idx="6"/>
            <a:endCxn id="20" idx="3"/>
          </p:cNvCxnSpPr>
          <p:nvPr/>
        </p:nvCxnSpPr>
        <p:spPr>
          <a:xfrm flipV="1">
            <a:off x="5074023" y="2174427"/>
            <a:ext cx="1802728" cy="33007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B20074EC-C53E-D940-A18E-1B78F24A5C79}"/>
              </a:ext>
            </a:extLst>
          </p:cNvPr>
          <p:cNvCxnSpPr>
            <a:cxnSpLocks/>
            <a:stCxn id="16" idx="6"/>
            <a:endCxn id="22" idx="3"/>
          </p:cNvCxnSpPr>
          <p:nvPr/>
        </p:nvCxnSpPr>
        <p:spPr>
          <a:xfrm flipV="1">
            <a:off x="5074023" y="4774191"/>
            <a:ext cx="1802728" cy="7010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3330AABB-CB97-0B4C-BBF5-B3DBD1A42BE2}"/>
              </a:ext>
            </a:extLst>
          </p:cNvPr>
          <p:cNvCxnSpPr>
            <a:cxnSpLocks/>
            <a:stCxn id="16" idx="6"/>
            <a:endCxn id="21" idx="4"/>
          </p:cNvCxnSpPr>
          <p:nvPr/>
        </p:nvCxnSpPr>
        <p:spPr>
          <a:xfrm flipV="1">
            <a:off x="5074023" y="3191435"/>
            <a:ext cx="2007161" cy="22837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F98B4422-9A8E-5049-8F37-DC86A621CBD1}"/>
              </a:ext>
            </a:extLst>
          </p:cNvPr>
          <p:cNvSpPr txBox="1"/>
          <p:nvPr/>
        </p:nvSpPr>
        <p:spPr>
          <a:xfrm>
            <a:off x="4006493" y="413728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Hidden Layer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A4B3445-1CEF-D645-A9B0-ABA14D4E78D1}"/>
              </a:ext>
            </a:extLst>
          </p:cNvPr>
          <p:cNvSpPr txBox="1"/>
          <p:nvPr/>
        </p:nvSpPr>
        <p:spPr>
          <a:xfrm>
            <a:off x="1717440" y="39090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Input Layer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AF00D9B-CB18-7C4F-AD3D-6D26126CB83F}"/>
              </a:ext>
            </a:extLst>
          </p:cNvPr>
          <p:cNvSpPr txBox="1"/>
          <p:nvPr/>
        </p:nvSpPr>
        <p:spPr>
          <a:xfrm>
            <a:off x="6322002" y="390901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Output Layer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C6DCB22-F580-9941-83D8-684DF9F44BCC}"/>
              </a:ext>
            </a:extLst>
          </p:cNvPr>
          <p:cNvSpPr txBox="1"/>
          <p:nvPr/>
        </p:nvSpPr>
        <p:spPr>
          <a:xfrm rot="5400000">
            <a:off x="4661840" y="359911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…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161C92C9-6C54-934A-8536-EA73262D247F}"/>
              </a:ext>
            </a:extLst>
          </p:cNvPr>
          <p:cNvSpPr txBox="1"/>
          <p:nvPr/>
        </p:nvSpPr>
        <p:spPr>
          <a:xfrm rot="5400000">
            <a:off x="2257140" y="360088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…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41FFCEA-6E0F-5C42-B613-602E615BA504}"/>
              </a:ext>
            </a:extLst>
          </p:cNvPr>
          <p:cNvSpPr txBox="1"/>
          <p:nvPr/>
        </p:nvSpPr>
        <p:spPr>
          <a:xfrm rot="5400000">
            <a:off x="6983009" y="361748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38279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3E6BCF4-D5FD-144A-90EA-DC84062E06A4}"/>
              </a:ext>
            </a:extLst>
          </p:cNvPr>
          <p:cNvSpPr/>
          <p:nvPr/>
        </p:nvSpPr>
        <p:spPr>
          <a:xfrm>
            <a:off x="2097741" y="1680882"/>
            <a:ext cx="578224" cy="578224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371D73B-3A06-9F4D-AF87-F9AFD3BA8B23}"/>
              </a:ext>
            </a:extLst>
          </p:cNvPr>
          <p:cNvSpPr/>
          <p:nvPr/>
        </p:nvSpPr>
        <p:spPr>
          <a:xfrm>
            <a:off x="2097741" y="2613211"/>
            <a:ext cx="578224" cy="578224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B754A1-D191-E449-B386-8E9F88B05CED}"/>
              </a:ext>
            </a:extLst>
          </p:cNvPr>
          <p:cNvSpPr/>
          <p:nvPr/>
        </p:nvSpPr>
        <p:spPr>
          <a:xfrm>
            <a:off x="2097741" y="3601137"/>
            <a:ext cx="578224" cy="578224"/>
          </a:xfrm>
          <a:prstGeom prst="ellipse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AC9B0C-639B-E845-B114-B45423D9DC2E}"/>
              </a:ext>
            </a:extLst>
          </p:cNvPr>
          <p:cNvSpPr/>
          <p:nvPr/>
        </p:nvSpPr>
        <p:spPr>
          <a:xfrm>
            <a:off x="4495799" y="887506"/>
            <a:ext cx="578224" cy="57822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16566D9-100E-084B-B5F6-880F150A0582}"/>
              </a:ext>
            </a:extLst>
          </p:cNvPr>
          <p:cNvSpPr/>
          <p:nvPr/>
        </p:nvSpPr>
        <p:spPr>
          <a:xfrm>
            <a:off x="4495799" y="1840005"/>
            <a:ext cx="578224" cy="57822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582406-CE22-954A-8568-C06F1E6D72C1}"/>
              </a:ext>
            </a:extLst>
          </p:cNvPr>
          <p:cNvSpPr/>
          <p:nvPr/>
        </p:nvSpPr>
        <p:spPr>
          <a:xfrm>
            <a:off x="4495799" y="2745439"/>
            <a:ext cx="578224" cy="57822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8F8E4E4-E87C-FE43-AD2C-761C4C50B230}"/>
              </a:ext>
            </a:extLst>
          </p:cNvPr>
          <p:cNvSpPr/>
          <p:nvPr/>
        </p:nvSpPr>
        <p:spPr>
          <a:xfrm>
            <a:off x="4495799" y="3601137"/>
            <a:ext cx="578224" cy="578224"/>
          </a:xfrm>
          <a:prstGeom prst="ellipse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97CD4E-A96C-8D41-9BB2-20838887064D}"/>
              </a:ext>
            </a:extLst>
          </p:cNvPr>
          <p:cNvSpPr/>
          <p:nvPr/>
        </p:nvSpPr>
        <p:spPr>
          <a:xfrm>
            <a:off x="6792072" y="1680882"/>
            <a:ext cx="578224" cy="578224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19CE85C-B72A-4940-BA50-4C2D088A73A0}"/>
              </a:ext>
            </a:extLst>
          </p:cNvPr>
          <p:cNvSpPr/>
          <p:nvPr/>
        </p:nvSpPr>
        <p:spPr>
          <a:xfrm>
            <a:off x="6792072" y="2613211"/>
            <a:ext cx="578224" cy="578224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EAA03C3-232E-F940-893B-221E90F0D5E7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 flipV="1">
            <a:off x="2675965" y="1176618"/>
            <a:ext cx="1819834" cy="793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EDD3E6E-B9BA-8F40-8DC2-E96C882E0B54}"/>
              </a:ext>
            </a:extLst>
          </p:cNvPr>
          <p:cNvCxnSpPr>
            <a:cxnSpLocks/>
            <a:stCxn id="4" idx="6"/>
            <a:endCxn id="8" idx="1"/>
          </p:cNvCxnSpPr>
          <p:nvPr/>
        </p:nvCxnSpPr>
        <p:spPr>
          <a:xfrm flipV="1">
            <a:off x="2675965" y="1924684"/>
            <a:ext cx="1904513" cy="45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F21E7D-0C3C-F745-AFA0-8F20BE382DF0}"/>
              </a:ext>
            </a:extLst>
          </p:cNvPr>
          <p:cNvCxnSpPr>
            <a:cxnSpLocks/>
            <a:stCxn id="4" idx="6"/>
            <a:endCxn id="9" idx="1"/>
          </p:cNvCxnSpPr>
          <p:nvPr/>
        </p:nvCxnSpPr>
        <p:spPr>
          <a:xfrm>
            <a:off x="2675965" y="1969994"/>
            <a:ext cx="1904513" cy="860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D55142E-D8EF-6E4F-A1F0-50D6C92BA45A}"/>
              </a:ext>
            </a:extLst>
          </p:cNvPr>
          <p:cNvCxnSpPr>
            <a:cxnSpLocks/>
            <a:stCxn id="5" idx="6"/>
            <a:endCxn id="7" idx="3"/>
          </p:cNvCxnSpPr>
          <p:nvPr/>
        </p:nvCxnSpPr>
        <p:spPr>
          <a:xfrm flipV="1">
            <a:off x="2675965" y="1381051"/>
            <a:ext cx="1904513" cy="1521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8F24C2C-CBA2-E049-91A2-04F674C54660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 flipV="1">
            <a:off x="2675965" y="2129117"/>
            <a:ext cx="1819834" cy="773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F7583B8-9F2E-5F4C-ABF9-2E22C58EE3F4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675965" y="2902323"/>
            <a:ext cx="1819834" cy="1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AD784E0-2BDA-FC4D-BF2A-7D418BBA3138}"/>
              </a:ext>
            </a:extLst>
          </p:cNvPr>
          <p:cNvCxnSpPr>
            <a:cxnSpLocks/>
            <a:stCxn id="6" idx="6"/>
            <a:endCxn id="7" idx="4"/>
          </p:cNvCxnSpPr>
          <p:nvPr/>
        </p:nvCxnSpPr>
        <p:spPr>
          <a:xfrm flipV="1">
            <a:off x="2675965" y="1465730"/>
            <a:ext cx="2108946" cy="2424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534B11C-0376-CD47-9FB0-BE728AF7AC50}"/>
              </a:ext>
            </a:extLst>
          </p:cNvPr>
          <p:cNvCxnSpPr>
            <a:cxnSpLocks/>
            <a:stCxn id="6" idx="6"/>
            <a:endCxn id="9" idx="3"/>
          </p:cNvCxnSpPr>
          <p:nvPr/>
        </p:nvCxnSpPr>
        <p:spPr>
          <a:xfrm flipV="1">
            <a:off x="2675965" y="3238984"/>
            <a:ext cx="1904513" cy="651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19F17F6-0463-4841-89C2-F8F3750C284E}"/>
              </a:ext>
            </a:extLst>
          </p:cNvPr>
          <p:cNvCxnSpPr>
            <a:cxnSpLocks/>
            <a:stCxn id="6" idx="6"/>
            <a:endCxn id="8" idx="3"/>
          </p:cNvCxnSpPr>
          <p:nvPr/>
        </p:nvCxnSpPr>
        <p:spPr>
          <a:xfrm flipV="1">
            <a:off x="2675965" y="2333550"/>
            <a:ext cx="1904513" cy="1556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21056C0-7E4A-144E-9BF8-8EB9CBE8D473}"/>
              </a:ext>
            </a:extLst>
          </p:cNvPr>
          <p:cNvCxnSpPr>
            <a:cxnSpLocks/>
            <a:stCxn id="7" idx="6"/>
            <a:endCxn id="20" idx="1"/>
          </p:cNvCxnSpPr>
          <p:nvPr/>
        </p:nvCxnSpPr>
        <p:spPr>
          <a:xfrm>
            <a:off x="5074023" y="1176618"/>
            <a:ext cx="1802728" cy="5889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ED678A8-888D-C840-B387-B3890C3E4B6B}"/>
              </a:ext>
            </a:extLst>
          </p:cNvPr>
          <p:cNvCxnSpPr>
            <a:cxnSpLocks/>
            <a:stCxn id="7" idx="6"/>
            <a:endCxn id="21" idx="1"/>
          </p:cNvCxnSpPr>
          <p:nvPr/>
        </p:nvCxnSpPr>
        <p:spPr>
          <a:xfrm>
            <a:off x="5074023" y="1176618"/>
            <a:ext cx="1802728" cy="15212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DE1E4F49-D272-3A46-AE9C-DDD8BAA8D5AF}"/>
              </a:ext>
            </a:extLst>
          </p:cNvPr>
          <p:cNvCxnSpPr>
            <a:cxnSpLocks/>
            <a:stCxn id="8" idx="6"/>
            <a:endCxn id="20" idx="2"/>
          </p:cNvCxnSpPr>
          <p:nvPr/>
        </p:nvCxnSpPr>
        <p:spPr>
          <a:xfrm flipV="1">
            <a:off x="5074023" y="1969994"/>
            <a:ext cx="1718049" cy="1591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7B4C55E-8ED0-CA43-B14A-119BA863B6C4}"/>
              </a:ext>
            </a:extLst>
          </p:cNvPr>
          <p:cNvCxnSpPr>
            <a:cxnSpLocks/>
            <a:stCxn id="8" idx="6"/>
            <a:endCxn id="21" idx="2"/>
          </p:cNvCxnSpPr>
          <p:nvPr/>
        </p:nvCxnSpPr>
        <p:spPr>
          <a:xfrm>
            <a:off x="5074023" y="2129117"/>
            <a:ext cx="1718049" cy="7732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B8ECA0F-5B88-F046-87A1-950895397134}"/>
              </a:ext>
            </a:extLst>
          </p:cNvPr>
          <p:cNvCxnSpPr>
            <a:cxnSpLocks/>
            <a:stCxn id="9" idx="6"/>
            <a:endCxn id="20" idx="3"/>
          </p:cNvCxnSpPr>
          <p:nvPr/>
        </p:nvCxnSpPr>
        <p:spPr>
          <a:xfrm flipV="1">
            <a:off x="5074023" y="2174427"/>
            <a:ext cx="1802728" cy="8601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E149CBC-7990-3944-ABE5-11E5A46E35F0}"/>
              </a:ext>
            </a:extLst>
          </p:cNvPr>
          <p:cNvCxnSpPr>
            <a:cxnSpLocks/>
            <a:stCxn id="9" idx="6"/>
            <a:endCxn id="21" idx="2"/>
          </p:cNvCxnSpPr>
          <p:nvPr/>
        </p:nvCxnSpPr>
        <p:spPr>
          <a:xfrm flipV="1">
            <a:off x="5074023" y="2902323"/>
            <a:ext cx="1718049" cy="132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CB21603-9B00-6E49-9D33-01ED852E294A}"/>
              </a:ext>
            </a:extLst>
          </p:cNvPr>
          <p:cNvCxnSpPr>
            <a:cxnSpLocks/>
            <a:stCxn id="15" idx="6"/>
            <a:endCxn id="21" idx="3"/>
          </p:cNvCxnSpPr>
          <p:nvPr/>
        </p:nvCxnSpPr>
        <p:spPr>
          <a:xfrm flipV="1">
            <a:off x="5074023" y="3106756"/>
            <a:ext cx="1802728" cy="783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F53EB0BA-9844-4E43-956C-77E0918308D6}"/>
              </a:ext>
            </a:extLst>
          </p:cNvPr>
          <p:cNvCxnSpPr>
            <a:cxnSpLocks/>
            <a:stCxn id="15" idx="6"/>
            <a:endCxn id="20" idx="4"/>
          </p:cNvCxnSpPr>
          <p:nvPr/>
        </p:nvCxnSpPr>
        <p:spPr>
          <a:xfrm flipV="1">
            <a:off x="5074023" y="2259106"/>
            <a:ext cx="2007161" cy="1631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F98B4422-9A8E-5049-8F37-DC86A621CBD1}"/>
              </a:ext>
            </a:extLst>
          </p:cNvPr>
          <p:cNvSpPr txBox="1"/>
          <p:nvPr/>
        </p:nvSpPr>
        <p:spPr>
          <a:xfrm>
            <a:off x="4006493" y="413728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Hidden Layer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A4B3445-1CEF-D645-A9B0-ABA14D4E78D1}"/>
              </a:ext>
            </a:extLst>
          </p:cNvPr>
          <p:cNvSpPr txBox="1"/>
          <p:nvPr/>
        </p:nvSpPr>
        <p:spPr>
          <a:xfrm>
            <a:off x="1717440" y="39090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Input Layer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AF00D9B-CB18-7C4F-AD3D-6D26126CB83F}"/>
              </a:ext>
            </a:extLst>
          </p:cNvPr>
          <p:cNvSpPr txBox="1"/>
          <p:nvPr/>
        </p:nvSpPr>
        <p:spPr>
          <a:xfrm>
            <a:off x="6322002" y="390901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Output Layer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E260B4-3F8A-4B35-9CC8-9D3A57491D7E}"/>
              </a:ext>
            </a:extLst>
          </p:cNvPr>
          <p:cNvSpPr txBox="1"/>
          <p:nvPr/>
        </p:nvSpPr>
        <p:spPr>
          <a:xfrm>
            <a:off x="4534117" y="3743360"/>
            <a:ext cx="5357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BIAS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EE1432-EC0D-4129-A828-8427CE00C630}"/>
              </a:ext>
            </a:extLst>
          </p:cNvPr>
          <p:cNvSpPr txBox="1"/>
          <p:nvPr/>
        </p:nvSpPr>
        <p:spPr>
          <a:xfrm>
            <a:off x="2136059" y="3741118"/>
            <a:ext cx="5357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BIAS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2EBAB9-312B-4011-B870-502E61D98329}"/>
              </a:ext>
            </a:extLst>
          </p:cNvPr>
          <p:cNvSpPr txBox="1"/>
          <p:nvPr/>
        </p:nvSpPr>
        <p:spPr>
          <a:xfrm>
            <a:off x="2891087" y="157799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5AF511-CE63-4BB3-942D-9216FB5CEDE2}"/>
              </a:ext>
            </a:extLst>
          </p:cNvPr>
          <p:cNvSpPr txBox="1"/>
          <p:nvPr/>
        </p:nvSpPr>
        <p:spPr>
          <a:xfrm>
            <a:off x="2891087" y="1800071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45F3CD-9006-420B-A613-2F4E06B0A73F}"/>
              </a:ext>
            </a:extLst>
          </p:cNvPr>
          <p:cNvSpPr txBox="1"/>
          <p:nvPr/>
        </p:nvSpPr>
        <p:spPr>
          <a:xfrm>
            <a:off x="2891784" y="2027840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5603C71-0FAE-4232-AF01-541480F882BC}"/>
              </a:ext>
            </a:extLst>
          </p:cNvPr>
          <p:cNvSpPr txBox="1"/>
          <p:nvPr/>
        </p:nvSpPr>
        <p:spPr>
          <a:xfrm>
            <a:off x="2891087" y="2358897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129277C-1625-4EA1-B6DE-D3581FADD31D}"/>
              </a:ext>
            </a:extLst>
          </p:cNvPr>
          <p:cNvSpPr txBox="1"/>
          <p:nvPr/>
        </p:nvSpPr>
        <p:spPr>
          <a:xfrm>
            <a:off x="2891087" y="2605445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208246-C5CA-498C-A6AE-8AC8DAF82924}"/>
              </a:ext>
            </a:extLst>
          </p:cNvPr>
          <p:cNvSpPr txBox="1"/>
          <p:nvPr/>
        </p:nvSpPr>
        <p:spPr>
          <a:xfrm>
            <a:off x="2891784" y="2824875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0D113B-41A4-4F2D-B69A-A5CE71E9C8C3}"/>
              </a:ext>
            </a:extLst>
          </p:cNvPr>
          <p:cNvSpPr txBox="1"/>
          <p:nvPr/>
        </p:nvSpPr>
        <p:spPr>
          <a:xfrm>
            <a:off x="2921544" y="3407458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C01B1C2-009C-4F7C-A04F-43E0C7F40650}"/>
              </a:ext>
            </a:extLst>
          </p:cNvPr>
          <p:cNvSpPr txBox="1"/>
          <p:nvPr/>
        </p:nvSpPr>
        <p:spPr>
          <a:xfrm>
            <a:off x="5185922" y="1071856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BA2BE0-6B3F-4711-AB7D-06F3280346C1}"/>
              </a:ext>
            </a:extLst>
          </p:cNvPr>
          <p:cNvSpPr txBox="1"/>
          <p:nvPr/>
        </p:nvSpPr>
        <p:spPr>
          <a:xfrm>
            <a:off x="5185922" y="1293935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FAC16B7-A6A3-49B7-B6D6-C8889DE7DFB7}"/>
              </a:ext>
            </a:extLst>
          </p:cNvPr>
          <p:cNvSpPr txBox="1"/>
          <p:nvPr/>
        </p:nvSpPr>
        <p:spPr>
          <a:xfrm>
            <a:off x="5186619" y="195793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85177B6-A3AF-4E24-BD03-03A719D0ED67}"/>
              </a:ext>
            </a:extLst>
          </p:cNvPr>
          <p:cNvSpPr txBox="1"/>
          <p:nvPr/>
        </p:nvSpPr>
        <p:spPr>
          <a:xfrm>
            <a:off x="5186619" y="2188161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9723CEF-507F-4189-BB87-10E0F4E0E2E2}"/>
              </a:ext>
            </a:extLst>
          </p:cNvPr>
          <p:cNvSpPr txBox="1"/>
          <p:nvPr/>
        </p:nvSpPr>
        <p:spPr>
          <a:xfrm>
            <a:off x="5185922" y="2703516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3FCA2CA-3247-4D5A-BA6C-4559BF8158F1}"/>
              </a:ext>
            </a:extLst>
          </p:cNvPr>
          <p:cNvSpPr txBox="1"/>
          <p:nvPr/>
        </p:nvSpPr>
        <p:spPr>
          <a:xfrm>
            <a:off x="5186619" y="2922946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6BF5F54-49D7-4FA9-9CAB-E6B2D7B2B124}"/>
              </a:ext>
            </a:extLst>
          </p:cNvPr>
          <p:cNvSpPr txBox="1"/>
          <p:nvPr/>
        </p:nvSpPr>
        <p:spPr>
          <a:xfrm>
            <a:off x="5222464" y="3550038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BE5A67F-27B5-489C-B400-BBD20881F478}"/>
              </a:ext>
            </a:extLst>
          </p:cNvPr>
          <p:cNvSpPr txBox="1"/>
          <p:nvPr/>
        </p:nvSpPr>
        <p:spPr>
          <a:xfrm rot="10800000" flipV="1">
            <a:off x="2754548" y="1279709"/>
            <a:ext cx="817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Weights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405A661-C9CB-4BCC-B6C8-169416FE15AF}"/>
              </a:ext>
            </a:extLst>
          </p:cNvPr>
          <p:cNvSpPr txBox="1"/>
          <p:nvPr/>
        </p:nvSpPr>
        <p:spPr>
          <a:xfrm rot="10800000" flipV="1">
            <a:off x="5069841" y="802343"/>
            <a:ext cx="817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Weights</a:t>
            </a:r>
          </a:p>
        </p:txBody>
      </p:sp>
    </p:spTree>
    <p:extLst>
      <p:ext uri="{BB962C8B-B14F-4D97-AF65-F5344CB8AC3E}">
        <p14:creationId xmlns:p14="http://schemas.microsoft.com/office/powerpoint/2010/main" val="18868541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RNL corporate palette May 28 saturation adjust">
      <a:dk1>
        <a:sysClr val="windowText" lastClr="000000"/>
      </a:dk1>
      <a:lt1>
        <a:sysClr val="window" lastClr="FFFFFF"/>
      </a:lt1>
      <a:dk2>
        <a:srgbClr val="1E7640"/>
      </a:dk2>
      <a:lt2>
        <a:srgbClr val="FFFFFF"/>
      </a:lt2>
      <a:accent1>
        <a:srgbClr val="306DBE"/>
      </a:accent1>
      <a:accent2>
        <a:srgbClr val="84B641"/>
      </a:accent2>
      <a:accent3>
        <a:srgbClr val="DE762D"/>
      </a:accent3>
      <a:accent4>
        <a:srgbClr val="2ABDDA"/>
      </a:accent4>
      <a:accent5>
        <a:srgbClr val="A03123"/>
      </a:accent5>
      <a:accent6>
        <a:srgbClr val="FFCD00"/>
      </a:accent6>
      <a:hlink>
        <a:srgbClr val="0070B9"/>
      </a:hlink>
      <a:folHlink>
        <a:srgbClr val="1E764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accent1"/>
          </a:solidFill>
        </a:ln>
        <a:effectLst/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/>
      </a:spPr>
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0000"/>
          </a:lnSpc>
          <a:defRPr dirty="0" smtClean="0">
            <a:solidFill>
              <a:schemeClr val="tx1"/>
            </a:solidFill>
          </a:defRPr>
        </a:defPPr>
      </a:lstStyle>
      <a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ctr">
          <a:lnSpc>
            <a:spcPct val="90000"/>
          </a:lnSpc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RNL template 16x9" id="{C0EB04B0-D86C-9243-8720-2D2052F85E0F}" vid="{A3F60B28-C595-C340-94C0-76EB0CED3D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34</TotalTime>
  <Words>33</Words>
  <Application>Microsoft Office PowerPoint</Application>
  <PresentationFormat>Custom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Default Theme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Stewart, Ian Robert</dc:creator>
  <cp:lastModifiedBy>Stewart, Ian Robert</cp:lastModifiedBy>
  <cp:revision>4</cp:revision>
  <dcterms:created xsi:type="dcterms:W3CDTF">2018-11-19T17:55:31Z</dcterms:created>
  <dcterms:modified xsi:type="dcterms:W3CDTF">2018-11-25T03:25:37Z</dcterms:modified>
</cp:coreProperties>
</file>